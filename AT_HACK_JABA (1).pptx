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4" r:id="rId1"/>
  </p:sldMasterIdLst>
  <p:notesMasterIdLst>
    <p:notesMasterId r:id="rId40"/>
  </p:notesMasterIdLst>
  <p:sldIdLst>
    <p:sldId id="256" r:id="rId2"/>
    <p:sldId id="257" r:id="rId3"/>
    <p:sldId id="262" r:id="rId4"/>
    <p:sldId id="260" r:id="rId5"/>
    <p:sldId id="318" r:id="rId6"/>
    <p:sldId id="306" r:id="rId7"/>
    <p:sldId id="307" r:id="rId8"/>
    <p:sldId id="315" r:id="rId9"/>
    <p:sldId id="316" r:id="rId10"/>
    <p:sldId id="286" r:id="rId11"/>
    <p:sldId id="289" r:id="rId12"/>
    <p:sldId id="279" r:id="rId13"/>
    <p:sldId id="272" r:id="rId14"/>
    <p:sldId id="278" r:id="rId15"/>
    <p:sldId id="264" r:id="rId16"/>
    <p:sldId id="281" r:id="rId17"/>
    <p:sldId id="285" r:id="rId18"/>
    <p:sldId id="283" r:id="rId19"/>
    <p:sldId id="291" r:id="rId20"/>
    <p:sldId id="259" r:id="rId21"/>
    <p:sldId id="317" r:id="rId22"/>
    <p:sldId id="313" r:id="rId23"/>
    <p:sldId id="304" r:id="rId24"/>
    <p:sldId id="300" r:id="rId25"/>
    <p:sldId id="296" r:id="rId26"/>
    <p:sldId id="312" r:id="rId27"/>
    <p:sldId id="311" r:id="rId28"/>
    <p:sldId id="308" r:id="rId29"/>
    <p:sldId id="270" r:id="rId30"/>
    <p:sldId id="314" r:id="rId31"/>
    <p:sldId id="290" r:id="rId32"/>
    <p:sldId id="280" r:id="rId33"/>
    <p:sldId id="294" r:id="rId34"/>
    <p:sldId id="297" r:id="rId35"/>
    <p:sldId id="303" r:id="rId36"/>
    <p:sldId id="284" r:id="rId37"/>
    <p:sldId id="265" r:id="rId38"/>
    <p:sldId id="261" r:id="rId39"/>
  </p:sldIdLst>
  <p:sldSz cx="9144000" cy="5143500" type="screen16x9"/>
  <p:notesSz cx="6858000" cy="9144000"/>
  <p:embeddedFontLst>
    <p:embeddedFont>
      <p:font typeface="Barlow" panose="00000500000000000000" pitchFamily="2" charset="0"/>
      <p:regular r:id="rId41"/>
      <p:bold r:id="rId42"/>
      <p:italic r:id="rId43"/>
      <p:boldItalic r:id="rId44"/>
    </p:embeddedFont>
    <p:embeddedFont>
      <p:font typeface="Neue Haas Grotesk Text Pro" panose="020B0504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47E379-2E04-7902-0F60-A0A8A287C166}" name="Abdirahman Abdullahi" initials="AA" userId="S::18062413@stu.mmu.ac.uk::c155fbe7-2f12-47af-a838-2e91fb2df8c9" providerId="AD"/>
  <p188:author id="{293F64AA-8FF5-7901-D43D-EF037FEAF68B}" name="Aidan Mchugh" initials="AM" userId="S::24859733@stu.mmu.ac.uk::d92fb95d-5d87-4eed-920d-627480d9f58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5255C"/>
    <a:srgbClr val="9EA5C3"/>
    <a:srgbClr val="9AA3CB"/>
    <a:srgbClr val="A81111"/>
    <a:srgbClr val="AC292A"/>
    <a:srgbClr val="991310"/>
    <a:srgbClr val="222B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6787C-DC02-43F2-AE34-1DB3559DADDA}" v="1" dt="2025-03-10T18:11:35.8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1094FB-E758-4F0F-8EE5-596E00FF4D00}" type="doc">
      <dgm:prSet loTypeId="urn:microsoft.com/office/officeart/2017/3/layout/HorizontalPathTimeline" loCatId="timeline" qsTypeId="urn:microsoft.com/office/officeart/2005/8/quickstyle/simple1" qsCatId="simple" csTypeId="urn:microsoft.com/office/officeart/2005/8/colors/accent1_2" csCatId="accent1" phldr="1"/>
      <dgm:spPr/>
      <dgm:t>
        <a:bodyPr/>
        <a:lstStyle/>
        <a:p>
          <a:endParaRPr lang="en-GB"/>
        </a:p>
      </dgm:t>
    </dgm:pt>
    <dgm:pt modelId="{A6C3D266-22B0-42A1-8A92-54ADDF6EDE78}">
      <dgm:prSet phldrT="[Text]" phldr="0"/>
      <dgm:spPr/>
      <dgm:t>
        <a:bodyPr/>
        <a:lstStyle/>
        <a:p>
          <a:pPr>
            <a:defRPr b="1"/>
          </a:pPr>
          <a:endParaRPr lang="en-GB" b="1">
            <a:solidFill>
              <a:schemeClr val="tx1"/>
            </a:solidFill>
          </a:endParaRPr>
        </a:p>
      </dgm:t>
    </dgm:pt>
    <dgm:pt modelId="{4A11310F-44E6-494C-8516-DB88B842A255}" type="parTrans" cxnId="{7F65B612-5C50-46AA-AE92-777ED2F117F8}">
      <dgm:prSet/>
      <dgm:spPr/>
      <dgm:t>
        <a:bodyPr/>
        <a:lstStyle/>
        <a:p>
          <a:endParaRPr lang="en-GB"/>
        </a:p>
      </dgm:t>
    </dgm:pt>
    <dgm:pt modelId="{BD22813E-7CC4-413C-AF3A-A852AE534049}" type="sibTrans" cxnId="{7F65B612-5C50-46AA-AE92-777ED2F117F8}">
      <dgm:prSet/>
      <dgm:spPr/>
      <dgm:t>
        <a:bodyPr/>
        <a:lstStyle/>
        <a:p>
          <a:endParaRPr lang="en-GB"/>
        </a:p>
      </dgm:t>
    </dgm:pt>
    <dgm:pt modelId="{9EBD8AB0-9614-4C06-B0CE-EB69C2719137}">
      <dgm:prSet phldrT="[Text]" phldr="0"/>
      <dgm:spPr>
        <a:solidFill>
          <a:srgbClr val="AC292A"/>
        </a:solidFill>
      </dgm:spPr>
      <dgm:t>
        <a:bodyPr/>
        <a:lstStyle/>
        <a:p>
          <a:r>
            <a:rPr lang="en-GB" b="1">
              <a:solidFill>
                <a:schemeClr val="tx1"/>
              </a:solidFill>
              <a:latin typeface="Arial"/>
            </a:rPr>
            <a:t>      Exploratory  </a:t>
          </a:r>
        </a:p>
      </dgm:t>
    </dgm:pt>
    <dgm:pt modelId="{C4F9310A-D612-43C4-A129-7762B2E06045}" type="parTrans" cxnId="{4EAE68BB-7ABC-42F4-9DD4-3029A02150FE}">
      <dgm:prSet/>
      <dgm:spPr/>
      <dgm:t>
        <a:bodyPr/>
        <a:lstStyle/>
        <a:p>
          <a:endParaRPr lang="en-GB"/>
        </a:p>
      </dgm:t>
    </dgm:pt>
    <dgm:pt modelId="{CAC396DA-419A-49BD-8A1B-8FAC9B3AF851}" type="sibTrans" cxnId="{4EAE68BB-7ABC-42F4-9DD4-3029A02150FE}">
      <dgm:prSet/>
      <dgm:spPr/>
      <dgm:t>
        <a:bodyPr/>
        <a:lstStyle/>
        <a:p>
          <a:endParaRPr lang="en-GB"/>
        </a:p>
      </dgm:t>
    </dgm:pt>
    <dgm:pt modelId="{E794E7EA-02D6-4B60-9429-EB9B6E05F3ED}">
      <dgm:prSet phldrT="[Text]" phldr="0"/>
      <dgm:spPr>
        <a:solidFill>
          <a:srgbClr val="AC292A"/>
        </a:solidFill>
      </dgm:spPr>
      <dgm:t>
        <a:bodyPr/>
        <a:lstStyle/>
        <a:p>
          <a:pPr rtl="0"/>
          <a:r>
            <a:rPr lang="en-GB" b="1">
              <a:solidFill>
                <a:schemeClr val="tx1"/>
              </a:solidFill>
              <a:latin typeface="Arial"/>
            </a:rPr>
            <a:t>            Data</a:t>
          </a:r>
        </a:p>
      </dgm:t>
    </dgm:pt>
    <dgm:pt modelId="{7973F45C-BFE1-4AAB-951F-10C86E2A074B}" type="parTrans" cxnId="{E838D076-B810-4C37-B03A-36598A41DB18}">
      <dgm:prSet/>
      <dgm:spPr/>
      <dgm:t>
        <a:bodyPr/>
        <a:lstStyle/>
        <a:p>
          <a:endParaRPr lang="en-GB"/>
        </a:p>
      </dgm:t>
    </dgm:pt>
    <dgm:pt modelId="{D4F31128-CC5A-4BA1-BABF-841E3733C026}" type="sibTrans" cxnId="{E838D076-B810-4C37-B03A-36598A41DB18}">
      <dgm:prSet/>
      <dgm:spPr/>
      <dgm:t>
        <a:bodyPr/>
        <a:lstStyle/>
        <a:p>
          <a:endParaRPr lang="en-GB"/>
        </a:p>
      </dgm:t>
    </dgm:pt>
    <dgm:pt modelId="{41D70F80-E123-4507-A835-6C45E27E5C93}">
      <dgm:prSet phldr="0"/>
      <dgm:spPr>
        <a:solidFill>
          <a:srgbClr val="AC292A"/>
        </a:solidFill>
      </dgm:spPr>
      <dgm:t>
        <a:bodyPr/>
        <a:lstStyle/>
        <a:p>
          <a:r>
            <a:rPr lang="en-GB" b="1">
              <a:solidFill>
                <a:schemeClr val="tx1"/>
              </a:solidFill>
              <a:latin typeface="Arial"/>
            </a:rPr>
            <a:t>     Model Fitting</a:t>
          </a:r>
        </a:p>
      </dgm:t>
    </dgm:pt>
    <dgm:pt modelId="{A0BCD62F-EFBC-4B20-AC04-E619F6240B77}" type="parTrans" cxnId="{0170EEA5-C8CF-4AB5-88C5-F587DFD0E3A0}">
      <dgm:prSet/>
      <dgm:spPr/>
    </dgm:pt>
    <dgm:pt modelId="{0D762119-4376-4EA8-9BFF-B3C63AAEFA0C}" type="sibTrans" cxnId="{0170EEA5-C8CF-4AB5-88C5-F587DFD0E3A0}">
      <dgm:prSet/>
      <dgm:spPr/>
    </dgm:pt>
    <dgm:pt modelId="{7E692105-77D0-4414-A3F4-ED48002842E0}">
      <dgm:prSet phldr="0"/>
      <dgm:spPr/>
      <dgm:t>
        <a:bodyPr/>
        <a:lstStyle/>
        <a:p>
          <a:pPr>
            <a:defRPr b="1"/>
          </a:pPr>
          <a:endParaRPr lang="en-GB" b="1">
            <a:solidFill>
              <a:schemeClr val="tx1"/>
            </a:solidFill>
            <a:latin typeface="Arial"/>
          </a:endParaRPr>
        </a:p>
      </dgm:t>
    </dgm:pt>
    <dgm:pt modelId="{C6E4FBB7-5AD8-4129-9580-1270CAB01494}" type="parTrans" cxnId="{9F04DBC4-1398-4F5C-9A94-D865B8FC0B5C}">
      <dgm:prSet/>
      <dgm:spPr/>
    </dgm:pt>
    <dgm:pt modelId="{F14C8B37-5B8F-449D-B51D-8BA0BE9C3B79}" type="sibTrans" cxnId="{9F04DBC4-1398-4F5C-9A94-D865B8FC0B5C}">
      <dgm:prSet/>
      <dgm:spPr/>
    </dgm:pt>
    <dgm:pt modelId="{0094EA68-6AD0-401B-A26B-404A19C0C343}">
      <dgm:prSet phldr="0"/>
      <dgm:spPr>
        <a:solidFill>
          <a:srgbClr val="AC292A"/>
        </a:solidFill>
      </dgm:spPr>
      <dgm:t>
        <a:bodyPr/>
        <a:lstStyle/>
        <a:p>
          <a:r>
            <a:rPr lang="en-GB" b="1">
              <a:solidFill>
                <a:schemeClr val="tx1"/>
              </a:solidFill>
              <a:latin typeface="Arial"/>
            </a:rPr>
            <a:t>     Model Tuning</a:t>
          </a:r>
        </a:p>
      </dgm:t>
    </dgm:pt>
    <dgm:pt modelId="{66616C2F-B79C-4FB9-8C12-63408675A292}" type="parTrans" cxnId="{A945910F-7FFA-4574-B4A9-0C597952EF6D}">
      <dgm:prSet/>
      <dgm:spPr/>
    </dgm:pt>
    <dgm:pt modelId="{B70BDAEB-57CA-406F-97C3-2FF23BCA9DFD}" type="sibTrans" cxnId="{A945910F-7FFA-4574-B4A9-0C597952EF6D}">
      <dgm:prSet/>
      <dgm:spPr/>
    </dgm:pt>
    <dgm:pt modelId="{02C8B43A-5A8D-4705-9E1A-C1362892FFE8}">
      <dgm:prSet phldr="0"/>
      <dgm:spPr/>
      <dgm:t>
        <a:bodyPr/>
        <a:lstStyle/>
        <a:p>
          <a:pPr>
            <a:defRPr b="1"/>
          </a:pPr>
          <a:endParaRPr lang="en-GB" b="1">
            <a:solidFill>
              <a:schemeClr val="tx1"/>
            </a:solidFill>
            <a:latin typeface="Arial"/>
          </a:endParaRPr>
        </a:p>
      </dgm:t>
    </dgm:pt>
    <dgm:pt modelId="{8ADB6FE9-CCD0-45F4-B4E3-6D33B86D0F24}" type="parTrans" cxnId="{496258B0-459E-4901-A441-A3961016EC71}">
      <dgm:prSet/>
      <dgm:spPr/>
    </dgm:pt>
    <dgm:pt modelId="{2218E17D-52EB-4BF1-967B-188934D71D99}" type="sibTrans" cxnId="{496258B0-459E-4901-A441-A3961016EC71}">
      <dgm:prSet/>
      <dgm:spPr/>
    </dgm:pt>
    <dgm:pt modelId="{5A2F4B71-0329-40E2-9A2C-035E0EFAFAC1}">
      <dgm:prSet phldr="0"/>
      <dgm:spPr>
        <a:solidFill>
          <a:srgbClr val="AC292A"/>
        </a:solidFill>
      </dgm:spPr>
      <dgm:t>
        <a:bodyPr/>
        <a:lstStyle/>
        <a:p>
          <a:r>
            <a:rPr lang="en-GB" b="1">
              <a:solidFill>
                <a:schemeClr val="tx1"/>
              </a:solidFill>
              <a:latin typeface="Arial"/>
            </a:rPr>
            <a:t>        Feature </a:t>
          </a:r>
        </a:p>
      </dgm:t>
    </dgm:pt>
    <dgm:pt modelId="{F873DD98-4AAB-40B5-8B91-908D5DFFF2D2}" type="parTrans" cxnId="{4AE54E23-12C2-46BE-A372-1F6D7848963A}">
      <dgm:prSet/>
      <dgm:spPr/>
    </dgm:pt>
    <dgm:pt modelId="{72CDF8EB-3598-42FD-9C3B-3901F6CA2988}" type="sibTrans" cxnId="{4AE54E23-12C2-46BE-A372-1F6D7848963A}">
      <dgm:prSet/>
      <dgm:spPr/>
    </dgm:pt>
    <dgm:pt modelId="{8EE2937C-9F1C-4FBD-B904-D99BC6165FBA}">
      <dgm:prSet phldr="0"/>
      <dgm:spPr/>
      <dgm:t>
        <a:bodyPr/>
        <a:lstStyle/>
        <a:p>
          <a:r>
            <a:rPr lang="en-GB" b="1">
              <a:solidFill>
                <a:schemeClr val="tx1"/>
              </a:solidFill>
              <a:latin typeface="Arial"/>
            </a:rPr>
            <a:t>        Analysis</a:t>
          </a:r>
        </a:p>
      </dgm:t>
    </dgm:pt>
    <dgm:pt modelId="{FF974F08-A817-40CB-8144-4C464E990C79}" type="parTrans" cxnId="{78CF5AF0-5706-4166-97B9-0170E67F0BF1}">
      <dgm:prSet/>
      <dgm:spPr/>
    </dgm:pt>
    <dgm:pt modelId="{6491E93A-11A0-42E5-9655-449144B56CBF}" type="sibTrans" cxnId="{78CF5AF0-5706-4166-97B9-0170E67F0BF1}">
      <dgm:prSet/>
      <dgm:spPr/>
    </dgm:pt>
    <dgm:pt modelId="{9D57B386-81A3-4153-98E0-269934B00ED1}">
      <dgm:prSet phldr="0"/>
      <dgm:spPr/>
      <dgm:t>
        <a:bodyPr/>
        <a:lstStyle/>
        <a:p>
          <a:pPr>
            <a:defRPr b="1"/>
          </a:pPr>
          <a:endParaRPr lang="en-GB" b="1">
            <a:solidFill>
              <a:schemeClr val="tx1"/>
            </a:solidFill>
            <a:latin typeface="Arial"/>
          </a:endParaRPr>
        </a:p>
      </dgm:t>
    </dgm:pt>
    <dgm:pt modelId="{4D25E13D-2ABC-48A8-B02D-2D1EE99AB9DE}" type="parTrans" cxnId="{5AC3869E-50D9-44F3-9C7D-4205A7884784}">
      <dgm:prSet/>
      <dgm:spPr/>
    </dgm:pt>
    <dgm:pt modelId="{1FF1EDA3-22E9-4D0F-8C5B-4B86243D26E4}" type="sibTrans" cxnId="{5AC3869E-50D9-44F3-9C7D-4205A7884784}">
      <dgm:prSet/>
      <dgm:spPr/>
    </dgm:pt>
    <dgm:pt modelId="{A5C2CF93-1CC4-4362-9A41-FB8F1AAE8D39}">
      <dgm:prSet phldr="0"/>
      <dgm:spPr/>
      <dgm:t>
        <a:bodyPr/>
        <a:lstStyle/>
        <a:p>
          <a:r>
            <a:rPr lang="en-GB" b="1">
              <a:solidFill>
                <a:schemeClr val="tx1"/>
              </a:solidFill>
              <a:latin typeface="Arial"/>
            </a:rPr>
            <a:t>    Preprocessing</a:t>
          </a:r>
          <a:endParaRPr lang="en-GB" b="1">
            <a:solidFill>
              <a:schemeClr val="tx1"/>
            </a:solidFill>
          </a:endParaRPr>
        </a:p>
      </dgm:t>
    </dgm:pt>
    <dgm:pt modelId="{1B337F90-1F6B-49E9-AB11-D5BDDBDC4D6E}" type="parTrans" cxnId="{0D78E1C5-AE68-47F9-93F2-651C58E23575}">
      <dgm:prSet/>
      <dgm:spPr/>
    </dgm:pt>
    <dgm:pt modelId="{A325EAD5-A0C2-491E-83C5-BB873F5068FA}" type="sibTrans" cxnId="{0D78E1C5-AE68-47F9-93F2-651C58E23575}">
      <dgm:prSet/>
      <dgm:spPr/>
    </dgm:pt>
    <dgm:pt modelId="{B10BD1CB-C38D-4D12-8563-5AB7A403666C}">
      <dgm:prSet phldr="0"/>
      <dgm:spPr/>
      <dgm:t>
        <a:bodyPr/>
        <a:lstStyle/>
        <a:p>
          <a:pPr>
            <a:defRPr b="1"/>
          </a:pPr>
          <a:endParaRPr lang="en-GB" b="1">
            <a:solidFill>
              <a:schemeClr val="tx1"/>
            </a:solidFill>
            <a:latin typeface="Arial"/>
          </a:endParaRPr>
        </a:p>
      </dgm:t>
    </dgm:pt>
    <dgm:pt modelId="{393AEB56-31DB-4D48-931C-297DE30129EB}" type="parTrans" cxnId="{037A3030-5E84-4058-B952-278BDC539CC2}">
      <dgm:prSet/>
      <dgm:spPr/>
    </dgm:pt>
    <dgm:pt modelId="{FB8FE731-DD4C-4440-9DCE-8FF0DFE28BD8}" type="sibTrans" cxnId="{037A3030-5E84-4058-B952-278BDC539CC2}">
      <dgm:prSet/>
      <dgm:spPr/>
    </dgm:pt>
    <dgm:pt modelId="{4D124FA2-3895-4B4C-A66D-516679AA06B5}">
      <dgm:prSet phldr="0"/>
      <dgm:spPr/>
      <dgm:t>
        <a:bodyPr/>
        <a:lstStyle/>
        <a:p>
          <a:r>
            <a:rPr lang="en-GB" b="1">
              <a:solidFill>
                <a:schemeClr val="tx1"/>
              </a:solidFill>
              <a:latin typeface="Arial"/>
            </a:rPr>
            <a:t>      Importance</a:t>
          </a:r>
          <a:endParaRPr lang="en-GB" b="1">
            <a:solidFill>
              <a:schemeClr val="tx1"/>
            </a:solidFill>
          </a:endParaRPr>
        </a:p>
      </dgm:t>
    </dgm:pt>
    <dgm:pt modelId="{59C6F3D0-CD81-4615-AA01-2F3A9A903E83}" type="parTrans" cxnId="{81DC4A2E-75BA-4F6E-9A51-DE35BAE0CD6F}">
      <dgm:prSet/>
      <dgm:spPr/>
    </dgm:pt>
    <dgm:pt modelId="{D8EF283B-C85B-4913-8CDC-F62159CA049A}" type="sibTrans" cxnId="{81DC4A2E-75BA-4F6E-9A51-DE35BAE0CD6F}">
      <dgm:prSet/>
      <dgm:spPr/>
    </dgm:pt>
    <dgm:pt modelId="{10C1538B-55FD-4C64-B93C-81D1182347E5}">
      <dgm:prSet phldr="0"/>
      <dgm:spPr/>
      <dgm:t>
        <a:bodyPr/>
        <a:lstStyle/>
        <a:p>
          <a:r>
            <a:rPr lang="en-GB" b="1">
              <a:solidFill>
                <a:schemeClr val="tx1"/>
              </a:solidFill>
              <a:latin typeface="Arial"/>
            </a:rPr>
            <a:t>           Data</a:t>
          </a:r>
          <a:endParaRPr lang="en-GB" b="1">
            <a:solidFill>
              <a:schemeClr val="tx1"/>
            </a:solidFill>
          </a:endParaRPr>
        </a:p>
      </dgm:t>
    </dgm:pt>
    <dgm:pt modelId="{6451846E-6044-448D-BE0F-487E7D5F039D}" type="parTrans" cxnId="{3F153438-0A1E-4F7B-BBB9-B8B731E5E92A}">
      <dgm:prSet/>
      <dgm:spPr/>
    </dgm:pt>
    <dgm:pt modelId="{2B4F90A6-55FE-4A4D-85BC-D2774FDFA45C}" type="sibTrans" cxnId="{3F153438-0A1E-4F7B-BBB9-B8B731E5E92A}">
      <dgm:prSet/>
      <dgm:spPr/>
    </dgm:pt>
    <dgm:pt modelId="{C4EB0E43-769C-4712-B511-3749FDE99DBF}" type="pres">
      <dgm:prSet presAssocID="{101094FB-E758-4F0F-8EE5-596E00FF4D00}" presName="root" presStyleCnt="0">
        <dgm:presLayoutVars>
          <dgm:chMax/>
          <dgm:chPref/>
          <dgm:animLvl val="lvl"/>
        </dgm:presLayoutVars>
      </dgm:prSet>
      <dgm:spPr/>
    </dgm:pt>
    <dgm:pt modelId="{8B8D8ADE-B93E-488F-BB1B-32B51C4D9BA5}" type="pres">
      <dgm:prSet presAssocID="{101094FB-E758-4F0F-8EE5-596E00FF4D00}" presName="divider" presStyleLbl="node1" presStyleIdx="0" presStyleCnt="1"/>
      <dgm:spPr>
        <a:solidFill>
          <a:srgbClr val="05255C"/>
        </a:solidFill>
      </dgm:spPr>
    </dgm:pt>
    <dgm:pt modelId="{C661E316-C6A1-491C-A5F0-BEA92CF77483}" type="pres">
      <dgm:prSet presAssocID="{101094FB-E758-4F0F-8EE5-596E00FF4D00}" presName="nodes" presStyleCnt="0">
        <dgm:presLayoutVars>
          <dgm:chMax/>
          <dgm:chPref/>
          <dgm:animLvl val="lvl"/>
        </dgm:presLayoutVars>
      </dgm:prSet>
      <dgm:spPr/>
    </dgm:pt>
    <dgm:pt modelId="{E46777E8-D8F3-4AE3-8C19-70148D07E287}" type="pres">
      <dgm:prSet presAssocID="{A6C3D266-22B0-42A1-8A92-54ADDF6EDE78}" presName="composite" presStyleCnt="0"/>
      <dgm:spPr/>
    </dgm:pt>
    <dgm:pt modelId="{A5E722AD-58D8-49C2-862E-87A7A16D8A6C}" type="pres">
      <dgm:prSet presAssocID="{A6C3D266-22B0-42A1-8A92-54ADDF6EDE78}" presName="L1TextContainer" presStyleLbl="revTx" presStyleIdx="0" presStyleCnt="5">
        <dgm:presLayoutVars>
          <dgm:chMax val="1"/>
          <dgm:chPref val="1"/>
          <dgm:bulletEnabled val="1"/>
        </dgm:presLayoutVars>
      </dgm:prSet>
      <dgm:spPr/>
    </dgm:pt>
    <dgm:pt modelId="{CE481636-04A2-4019-9D8F-C744DC0A903E}" type="pres">
      <dgm:prSet presAssocID="{A6C3D266-22B0-42A1-8A92-54ADDF6EDE78}" presName="L2TextContainerWrapper" presStyleCnt="0">
        <dgm:presLayoutVars>
          <dgm:chMax val="0"/>
          <dgm:chPref val="0"/>
          <dgm:bulletEnabled val="1"/>
        </dgm:presLayoutVars>
      </dgm:prSet>
      <dgm:spPr/>
    </dgm:pt>
    <dgm:pt modelId="{D0BB4112-C1F7-40B7-8294-CCCEBD01C59E}" type="pres">
      <dgm:prSet presAssocID="{A6C3D266-22B0-42A1-8A92-54ADDF6EDE78}" presName="L2TextContainer" presStyleLbl="bgAccFollowNode1" presStyleIdx="0" presStyleCnt="5"/>
      <dgm:spPr/>
    </dgm:pt>
    <dgm:pt modelId="{82C59BDD-EB20-4A37-84B7-63C36D616BD5}" type="pres">
      <dgm:prSet presAssocID="{A6C3D266-22B0-42A1-8A92-54ADDF6EDE78}" presName="FlexibleEmptyPlaceHolder" presStyleCnt="0"/>
      <dgm:spPr/>
    </dgm:pt>
    <dgm:pt modelId="{6B4E2D41-0BC8-4473-AE11-722CF05CCB15}" type="pres">
      <dgm:prSet presAssocID="{A6C3D266-22B0-42A1-8A92-54ADDF6EDE78}" presName="ConnectLine" presStyleLbl="alignNode1" presStyleIdx="0" presStyleCnt="5"/>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ln>
        <a:effectLst/>
      </dgm:spPr>
    </dgm:pt>
    <dgm:pt modelId="{385674A1-BB18-406D-9DFC-409BEAEA72A6}" type="pres">
      <dgm:prSet presAssocID="{A6C3D266-22B0-42A1-8A92-54ADDF6EDE78}" presName="ConnectorPoint" presStyleLbl="fgAcc1" presStyleIdx="0" presStyleCnt="5"/>
      <dgm:spPr>
        <a:solidFill>
          <a:schemeClr val="lt1">
            <a:alpha val="90000"/>
            <a:hueOff val="0"/>
            <a:satOff val="0"/>
            <a:lumOff val="0"/>
            <a:alphaOff val="0"/>
          </a:schemeClr>
        </a:solidFill>
        <a:ln w="25400" cap="flat" cmpd="sng" algn="ctr">
          <a:noFill/>
          <a:prstDash val="solid"/>
        </a:ln>
        <a:effectLst/>
      </dgm:spPr>
    </dgm:pt>
    <dgm:pt modelId="{EEBFCA8D-4C07-408D-BF78-FC12E35F48BB}" type="pres">
      <dgm:prSet presAssocID="{A6C3D266-22B0-42A1-8A92-54ADDF6EDE78}" presName="EmptyPlaceHolder" presStyleCnt="0"/>
      <dgm:spPr/>
    </dgm:pt>
    <dgm:pt modelId="{21CD81F0-3FE6-4737-85D0-9853719037F6}" type="pres">
      <dgm:prSet presAssocID="{BD22813E-7CC4-413C-AF3A-A852AE534049}" presName="spaceBetweenRectangles" presStyleCnt="0"/>
      <dgm:spPr/>
    </dgm:pt>
    <dgm:pt modelId="{D91A69EC-AC83-4891-B6CC-9A4059D8DFC6}" type="pres">
      <dgm:prSet presAssocID="{B10BD1CB-C38D-4D12-8563-5AB7A403666C}" presName="composite" presStyleCnt="0"/>
      <dgm:spPr/>
    </dgm:pt>
    <dgm:pt modelId="{23B5A247-A1E4-4870-BE72-50ECC2270003}" type="pres">
      <dgm:prSet presAssocID="{B10BD1CB-C38D-4D12-8563-5AB7A403666C}" presName="L1TextContainer" presStyleLbl="revTx" presStyleIdx="1" presStyleCnt="5">
        <dgm:presLayoutVars>
          <dgm:chMax val="1"/>
          <dgm:chPref val="1"/>
          <dgm:bulletEnabled val="1"/>
        </dgm:presLayoutVars>
      </dgm:prSet>
      <dgm:spPr/>
    </dgm:pt>
    <dgm:pt modelId="{64400E31-4CE7-483D-83FB-E86BEB463935}" type="pres">
      <dgm:prSet presAssocID="{B10BD1CB-C38D-4D12-8563-5AB7A403666C}" presName="L2TextContainerWrapper" presStyleCnt="0">
        <dgm:presLayoutVars>
          <dgm:chMax val="0"/>
          <dgm:chPref val="0"/>
          <dgm:bulletEnabled val="1"/>
        </dgm:presLayoutVars>
      </dgm:prSet>
      <dgm:spPr/>
    </dgm:pt>
    <dgm:pt modelId="{1EEBD419-9B48-4049-9A35-8935E6A0B1FE}" type="pres">
      <dgm:prSet presAssocID="{B10BD1CB-C38D-4D12-8563-5AB7A403666C}" presName="L2TextContainer" presStyleLbl="bgAccFollowNode1" presStyleIdx="1" presStyleCnt="5"/>
      <dgm:spPr/>
    </dgm:pt>
    <dgm:pt modelId="{7E286759-D539-4858-91D9-61B8BCC86829}" type="pres">
      <dgm:prSet presAssocID="{B10BD1CB-C38D-4D12-8563-5AB7A403666C}" presName="FlexibleEmptyPlaceHolder" presStyleCnt="0"/>
      <dgm:spPr/>
    </dgm:pt>
    <dgm:pt modelId="{97DEDBFA-3315-4088-A277-94876A3A607E}" type="pres">
      <dgm:prSet presAssocID="{B10BD1CB-C38D-4D12-8563-5AB7A403666C}" presName="ConnectLine" presStyleLbl="alignNode1" presStyleIdx="1" presStyleCnt="5"/>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ln>
        <a:effectLst/>
      </dgm:spPr>
    </dgm:pt>
    <dgm:pt modelId="{9A4E394F-8635-440A-927C-2B1C2003226A}" type="pres">
      <dgm:prSet presAssocID="{B10BD1CB-C38D-4D12-8563-5AB7A403666C}" presName="ConnectorPoint" presStyleLbl="fgAcc1" presStyleIdx="1" presStyleCnt="5"/>
      <dgm:spPr>
        <a:solidFill>
          <a:schemeClr val="lt1">
            <a:alpha val="90000"/>
            <a:hueOff val="0"/>
            <a:satOff val="0"/>
            <a:lumOff val="0"/>
            <a:alphaOff val="0"/>
          </a:schemeClr>
        </a:solidFill>
        <a:ln w="25400" cap="flat" cmpd="sng" algn="ctr">
          <a:noFill/>
          <a:prstDash val="solid"/>
        </a:ln>
        <a:effectLst/>
      </dgm:spPr>
    </dgm:pt>
    <dgm:pt modelId="{57867A2E-437E-42EB-8183-9E25BDDB9A0D}" type="pres">
      <dgm:prSet presAssocID="{B10BD1CB-C38D-4D12-8563-5AB7A403666C}" presName="EmptyPlaceHolder" presStyleCnt="0"/>
      <dgm:spPr/>
    </dgm:pt>
    <dgm:pt modelId="{17AD8B03-6048-4A7C-A531-8803E9E0428E}" type="pres">
      <dgm:prSet presAssocID="{FB8FE731-DD4C-4440-9DCE-8FF0DFE28BD8}" presName="spaceBetweenRectangles" presStyleCnt="0"/>
      <dgm:spPr/>
    </dgm:pt>
    <dgm:pt modelId="{C0DF9C75-E55A-4F4F-AB32-12102B01DABD}" type="pres">
      <dgm:prSet presAssocID="{9D57B386-81A3-4153-98E0-269934B00ED1}" presName="composite" presStyleCnt="0"/>
      <dgm:spPr/>
    </dgm:pt>
    <dgm:pt modelId="{C2124F2D-9AD7-4530-AD81-46FD87D2813A}" type="pres">
      <dgm:prSet presAssocID="{9D57B386-81A3-4153-98E0-269934B00ED1}" presName="L1TextContainer" presStyleLbl="revTx" presStyleIdx="2" presStyleCnt="5">
        <dgm:presLayoutVars>
          <dgm:chMax val="1"/>
          <dgm:chPref val="1"/>
          <dgm:bulletEnabled val="1"/>
        </dgm:presLayoutVars>
      </dgm:prSet>
      <dgm:spPr/>
    </dgm:pt>
    <dgm:pt modelId="{FAE45E51-A8D1-4A98-B0B4-26A95E96DF96}" type="pres">
      <dgm:prSet presAssocID="{9D57B386-81A3-4153-98E0-269934B00ED1}" presName="L2TextContainerWrapper" presStyleCnt="0">
        <dgm:presLayoutVars>
          <dgm:chMax val="0"/>
          <dgm:chPref val="0"/>
          <dgm:bulletEnabled val="1"/>
        </dgm:presLayoutVars>
      </dgm:prSet>
      <dgm:spPr/>
    </dgm:pt>
    <dgm:pt modelId="{C6551203-BCD3-4AAA-9747-0A7711865D43}" type="pres">
      <dgm:prSet presAssocID="{9D57B386-81A3-4153-98E0-269934B00ED1}" presName="L2TextContainer" presStyleLbl="bgAccFollowNode1" presStyleIdx="2" presStyleCnt="5"/>
      <dgm:spPr/>
    </dgm:pt>
    <dgm:pt modelId="{42F84411-BECF-4AA7-9FF4-3311A7604BCC}" type="pres">
      <dgm:prSet presAssocID="{9D57B386-81A3-4153-98E0-269934B00ED1}" presName="FlexibleEmptyPlaceHolder" presStyleCnt="0"/>
      <dgm:spPr/>
    </dgm:pt>
    <dgm:pt modelId="{9459AD05-4E96-4A25-AB79-CEC90F9F1127}" type="pres">
      <dgm:prSet presAssocID="{9D57B386-81A3-4153-98E0-269934B00ED1}" presName="ConnectLine" presStyleLbl="alignNode1" presStyleIdx="2" presStyleCnt="5"/>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ln>
        <a:effectLst/>
      </dgm:spPr>
    </dgm:pt>
    <dgm:pt modelId="{A23EB38D-3F96-4CCB-8CEF-F8FFA9FECD64}" type="pres">
      <dgm:prSet presAssocID="{9D57B386-81A3-4153-98E0-269934B00ED1}" presName="ConnectorPoint" presStyleLbl="fgAcc1" presStyleIdx="2" presStyleCnt="5"/>
      <dgm:spPr>
        <a:solidFill>
          <a:schemeClr val="lt1">
            <a:alpha val="90000"/>
            <a:hueOff val="0"/>
            <a:satOff val="0"/>
            <a:lumOff val="0"/>
            <a:alphaOff val="0"/>
          </a:schemeClr>
        </a:solidFill>
        <a:ln w="25400" cap="flat" cmpd="sng" algn="ctr">
          <a:noFill/>
          <a:prstDash val="solid"/>
        </a:ln>
        <a:effectLst/>
      </dgm:spPr>
    </dgm:pt>
    <dgm:pt modelId="{3A38605C-84BF-41C2-99FD-BC2CF0236102}" type="pres">
      <dgm:prSet presAssocID="{9D57B386-81A3-4153-98E0-269934B00ED1}" presName="EmptyPlaceHolder" presStyleCnt="0"/>
      <dgm:spPr/>
    </dgm:pt>
    <dgm:pt modelId="{CBF3180D-7FBC-458D-8C69-F16CEDFA75D4}" type="pres">
      <dgm:prSet presAssocID="{1FF1EDA3-22E9-4D0F-8C5B-4B86243D26E4}" presName="spaceBetweenRectangles" presStyleCnt="0"/>
      <dgm:spPr/>
    </dgm:pt>
    <dgm:pt modelId="{1D86916B-053B-4D7F-BAFE-D36A827C836B}" type="pres">
      <dgm:prSet presAssocID="{7E692105-77D0-4414-A3F4-ED48002842E0}" presName="composite" presStyleCnt="0"/>
      <dgm:spPr/>
    </dgm:pt>
    <dgm:pt modelId="{6542B744-E8EA-42ED-88F0-46A64FE302EF}" type="pres">
      <dgm:prSet presAssocID="{7E692105-77D0-4414-A3F4-ED48002842E0}" presName="L1TextContainer" presStyleLbl="revTx" presStyleIdx="3" presStyleCnt="5">
        <dgm:presLayoutVars>
          <dgm:chMax val="1"/>
          <dgm:chPref val="1"/>
          <dgm:bulletEnabled val="1"/>
        </dgm:presLayoutVars>
      </dgm:prSet>
      <dgm:spPr/>
    </dgm:pt>
    <dgm:pt modelId="{58456F7B-04A3-408B-8940-018F3AD997A9}" type="pres">
      <dgm:prSet presAssocID="{7E692105-77D0-4414-A3F4-ED48002842E0}" presName="L2TextContainerWrapper" presStyleCnt="0">
        <dgm:presLayoutVars>
          <dgm:chMax val="0"/>
          <dgm:chPref val="0"/>
          <dgm:bulletEnabled val="1"/>
        </dgm:presLayoutVars>
      </dgm:prSet>
      <dgm:spPr/>
    </dgm:pt>
    <dgm:pt modelId="{4EE68A89-D48F-4D98-8342-4DB927C4291E}" type="pres">
      <dgm:prSet presAssocID="{7E692105-77D0-4414-A3F4-ED48002842E0}" presName="L2TextContainer" presStyleLbl="bgAccFollowNode1" presStyleIdx="3" presStyleCnt="5"/>
      <dgm:spPr/>
    </dgm:pt>
    <dgm:pt modelId="{A3A26395-0AB6-41C2-97AF-DE96584C222D}" type="pres">
      <dgm:prSet presAssocID="{7E692105-77D0-4414-A3F4-ED48002842E0}" presName="FlexibleEmptyPlaceHolder" presStyleCnt="0"/>
      <dgm:spPr/>
    </dgm:pt>
    <dgm:pt modelId="{1C1ABA15-13EB-4C4F-985D-4E1914746ADC}" type="pres">
      <dgm:prSet presAssocID="{7E692105-77D0-4414-A3F4-ED48002842E0}" presName="ConnectLine" presStyleLbl="alignNode1" presStyleIdx="3" presStyleCnt="5"/>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ln>
        <a:effectLst/>
      </dgm:spPr>
    </dgm:pt>
    <dgm:pt modelId="{499E0BDF-36BB-4320-9F6A-68C207311C1B}" type="pres">
      <dgm:prSet presAssocID="{7E692105-77D0-4414-A3F4-ED48002842E0}" presName="ConnectorPoint" presStyleLbl="fgAcc1" presStyleIdx="3" presStyleCnt="5"/>
      <dgm:spPr>
        <a:solidFill>
          <a:schemeClr val="lt1">
            <a:alpha val="90000"/>
            <a:hueOff val="0"/>
            <a:satOff val="0"/>
            <a:lumOff val="0"/>
            <a:alphaOff val="0"/>
          </a:schemeClr>
        </a:solidFill>
        <a:ln w="25400" cap="flat" cmpd="sng" algn="ctr">
          <a:noFill/>
          <a:prstDash val="solid"/>
        </a:ln>
        <a:effectLst/>
      </dgm:spPr>
    </dgm:pt>
    <dgm:pt modelId="{94B31196-1230-4FEC-BCDC-D9649162D050}" type="pres">
      <dgm:prSet presAssocID="{7E692105-77D0-4414-A3F4-ED48002842E0}" presName="EmptyPlaceHolder" presStyleCnt="0"/>
      <dgm:spPr/>
    </dgm:pt>
    <dgm:pt modelId="{F2B41562-DDE3-4FF7-B476-E939C20E00B2}" type="pres">
      <dgm:prSet presAssocID="{F14C8B37-5B8F-449D-B51D-8BA0BE9C3B79}" presName="spaceBetweenRectangles" presStyleCnt="0"/>
      <dgm:spPr/>
    </dgm:pt>
    <dgm:pt modelId="{AA45F7B0-9914-4AC6-9824-5D0C5661BF4E}" type="pres">
      <dgm:prSet presAssocID="{02C8B43A-5A8D-4705-9E1A-C1362892FFE8}" presName="composite" presStyleCnt="0"/>
      <dgm:spPr/>
    </dgm:pt>
    <dgm:pt modelId="{3E8FA150-BCDD-4EE1-846E-442061457D4D}" type="pres">
      <dgm:prSet presAssocID="{02C8B43A-5A8D-4705-9E1A-C1362892FFE8}" presName="L1TextContainer" presStyleLbl="revTx" presStyleIdx="4" presStyleCnt="5">
        <dgm:presLayoutVars>
          <dgm:chMax val="1"/>
          <dgm:chPref val="1"/>
          <dgm:bulletEnabled val="1"/>
        </dgm:presLayoutVars>
      </dgm:prSet>
      <dgm:spPr/>
    </dgm:pt>
    <dgm:pt modelId="{5158B291-485E-47B4-BEBB-6DF6328D66AF}" type="pres">
      <dgm:prSet presAssocID="{02C8B43A-5A8D-4705-9E1A-C1362892FFE8}" presName="L2TextContainerWrapper" presStyleCnt="0">
        <dgm:presLayoutVars>
          <dgm:chMax val="0"/>
          <dgm:chPref val="0"/>
          <dgm:bulletEnabled val="1"/>
        </dgm:presLayoutVars>
      </dgm:prSet>
      <dgm:spPr/>
    </dgm:pt>
    <dgm:pt modelId="{D3B85B47-448C-42EF-BE5D-C608A06663A9}" type="pres">
      <dgm:prSet presAssocID="{02C8B43A-5A8D-4705-9E1A-C1362892FFE8}" presName="L2TextContainer" presStyleLbl="bgAccFollowNode1" presStyleIdx="4" presStyleCnt="5"/>
      <dgm:spPr/>
    </dgm:pt>
    <dgm:pt modelId="{9B2A48F5-E199-48FA-A924-1413944EACF3}" type="pres">
      <dgm:prSet presAssocID="{02C8B43A-5A8D-4705-9E1A-C1362892FFE8}" presName="FlexibleEmptyPlaceHolder" presStyleCnt="0"/>
      <dgm:spPr/>
    </dgm:pt>
    <dgm:pt modelId="{5B551E27-4DC2-49DA-B75C-892073E76B57}" type="pres">
      <dgm:prSet presAssocID="{02C8B43A-5A8D-4705-9E1A-C1362892FFE8}" presName="ConnectLine" presStyleLbl="alignNode1" presStyleIdx="4" presStyleCnt="5"/>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ln>
        <a:effectLst/>
      </dgm:spPr>
    </dgm:pt>
    <dgm:pt modelId="{4B17C0F6-B93E-49DE-9A64-FC0B77EB0D39}" type="pres">
      <dgm:prSet presAssocID="{02C8B43A-5A8D-4705-9E1A-C1362892FFE8}" presName="ConnectorPoint" presStyleLbl="fgAcc1" presStyleIdx="4" presStyleCnt="5"/>
      <dgm:spPr>
        <a:solidFill>
          <a:schemeClr val="lt1">
            <a:alpha val="90000"/>
            <a:hueOff val="0"/>
            <a:satOff val="0"/>
            <a:lumOff val="0"/>
            <a:alphaOff val="0"/>
          </a:schemeClr>
        </a:solidFill>
        <a:ln w="25400" cap="flat" cmpd="sng" algn="ctr">
          <a:noFill/>
          <a:prstDash val="solid"/>
        </a:ln>
        <a:effectLst/>
      </dgm:spPr>
    </dgm:pt>
    <dgm:pt modelId="{C44B7671-8D1B-4775-A6A2-7D62A9FA5E2C}" type="pres">
      <dgm:prSet presAssocID="{02C8B43A-5A8D-4705-9E1A-C1362892FFE8}" presName="EmptyPlaceHolder" presStyleCnt="0"/>
      <dgm:spPr/>
    </dgm:pt>
  </dgm:ptLst>
  <dgm:cxnLst>
    <dgm:cxn modelId="{9ACE860E-8275-4759-8C11-B97645E94B01}" type="presOf" srcId="{9EBD8AB0-9614-4C06-B0CE-EB69C2719137}" destId="{D0BB4112-C1F7-40B7-8294-CCCEBD01C59E}" srcOrd="0" destOrd="0" presId="urn:microsoft.com/office/officeart/2017/3/layout/HorizontalPathTimeline"/>
    <dgm:cxn modelId="{A945910F-7FFA-4574-B4A9-0C597952EF6D}" srcId="{7E692105-77D0-4414-A3F4-ED48002842E0}" destId="{0094EA68-6AD0-401B-A26B-404A19C0C343}" srcOrd="0" destOrd="0" parTransId="{66616C2F-B79C-4FB9-8C12-63408675A292}" sibTransId="{B70BDAEB-57CA-406F-97C3-2FF23BCA9DFD}"/>
    <dgm:cxn modelId="{7F65B612-5C50-46AA-AE92-777ED2F117F8}" srcId="{101094FB-E758-4F0F-8EE5-596E00FF4D00}" destId="{A6C3D266-22B0-42A1-8A92-54ADDF6EDE78}" srcOrd="0" destOrd="0" parTransId="{4A11310F-44E6-494C-8516-DB88B842A255}" sibTransId="{BD22813E-7CC4-413C-AF3A-A852AE534049}"/>
    <dgm:cxn modelId="{F9824517-0398-44EE-8AE3-1B83E2F8D4D3}" type="presOf" srcId="{E794E7EA-02D6-4B60-9429-EB9B6E05F3ED}" destId="{1EEBD419-9B48-4049-9A35-8935E6A0B1FE}" srcOrd="0" destOrd="0" presId="urn:microsoft.com/office/officeart/2017/3/layout/HorizontalPathTimeline"/>
    <dgm:cxn modelId="{4AE54E23-12C2-46BE-A372-1F6D7848963A}" srcId="{02C8B43A-5A8D-4705-9E1A-C1362892FFE8}" destId="{5A2F4B71-0329-40E2-9A2C-035E0EFAFAC1}" srcOrd="0" destOrd="0" parTransId="{F873DD98-4AAB-40B5-8B91-908D5DFFF2D2}" sibTransId="{72CDF8EB-3598-42FD-9C3B-3901F6CA2988}"/>
    <dgm:cxn modelId="{442B8025-8961-4EC2-A75A-4994FCE8BC17}" type="presOf" srcId="{B10BD1CB-C38D-4D12-8563-5AB7A403666C}" destId="{23B5A247-A1E4-4870-BE72-50ECC2270003}" srcOrd="0" destOrd="0" presId="urn:microsoft.com/office/officeart/2017/3/layout/HorizontalPathTimeline"/>
    <dgm:cxn modelId="{81DC4A2E-75BA-4F6E-9A51-DE35BAE0CD6F}" srcId="{02C8B43A-5A8D-4705-9E1A-C1362892FFE8}" destId="{4D124FA2-3895-4B4C-A66D-516679AA06B5}" srcOrd="1" destOrd="0" parTransId="{59C6F3D0-CD81-4615-AA01-2F3A9A903E83}" sibTransId="{D8EF283B-C85B-4913-8CDC-F62159CA049A}"/>
    <dgm:cxn modelId="{D69B9A2F-F501-49B8-B8BC-D8464E0EA828}" type="presOf" srcId="{02C8B43A-5A8D-4705-9E1A-C1362892FFE8}" destId="{3E8FA150-BCDD-4EE1-846E-442061457D4D}" srcOrd="0" destOrd="0" presId="urn:microsoft.com/office/officeart/2017/3/layout/HorizontalPathTimeline"/>
    <dgm:cxn modelId="{037A3030-5E84-4058-B952-278BDC539CC2}" srcId="{101094FB-E758-4F0F-8EE5-596E00FF4D00}" destId="{B10BD1CB-C38D-4D12-8563-5AB7A403666C}" srcOrd="1" destOrd="0" parTransId="{393AEB56-31DB-4D48-931C-297DE30129EB}" sibTransId="{FB8FE731-DD4C-4440-9DCE-8FF0DFE28BD8}"/>
    <dgm:cxn modelId="{3B05C033-6AE5-4FED-BE05-5508C4389929}" type="presOf" srcId="{7E692105-77D0-4414-A3F4-ED48002842E0}" destId="{6542B744-E8EA-42ED-88F0-46A64FE302EF}" srcOrd="0" destOrd="0" presId="urn:microsoft.com/office/officeart/2017/3/layout/HorizontalPathTimeline"/>
    <dgm:cxn modelId="{3F153438-0A1E-4F7B-BBB9-B8B731E5E92A}" srcId="{A6C3D266-22B0-42A1-8A92-54ADDF6EDE78}" destId="{10C1538B-55FD-4C64-B93C-81D1182347E5}" srcOrd="1" destOrd="0" parTransId="{6451846E-6044-448D-BE0F-487E7D5F039D}" sibTransId="{2B4F90A6-55FE-4A4D-85BC-D2774FDFA45C}"/>
    <dgm:cxn modelId="{11F80876-A2DA-4F0E-989A-68D6D3E0F0B7}" type="presOf" srcId="{10C1538B-55FD-4C64-B93C-81D1182347E5}" destId="{D0BB4112-C1F7-40B7-8294-CCCEBD01C59E}" srcOrd="0" destOrd="1" presId="urn:microsoft.com/office/officeart/2017/3/layout/HorizontalPathTimeline"/>
    <dgm:cxn modelId="{E838D076-B810-4C37-B03A-36598A41DB18}" srcId="{B10BD1CB-C38D-4D12-8563-5AB7A403666C}" destId="{E794E7EA-02D6-4B60-9429-EB9B6E05F3ED}" srcOrd="0" destOrd="0" parTransId="{7973F45C-BFE1-4AAB-951F-10C86E2A074B}" sibTransId="{D4F31128-CC5A-4BA1-BABF-841E3733C026}"/>
    <dgm:cxn modelId="{C705525A-89F7-4A9A-AA03-92844FEC4E3A}" type="presOf" srcId="{41D70F80-E123-4507-A835-6C45E27E5C93}" destId="{C6551203-BCD3-4AAA-9747-0A7711865D43}" srcOrd="0" destOrd="0" presId="urn:microsoft.com/office/officeart/2017/3/layout/HorizontalPathTimeline"/>
    <dgm:cxn modelId="{C6183685-8B28-46FE-B9C3-6E5805DC9354}" type="presOf" srcId="{0094EA68-6AD0-401B-A26B-404A19C0C343}" destId="{4EE68A89-D48F-4D98-8342-4DB927C4291E}" srcOrd="0" destOrd="0" presId="urn:microsoft.com/office/officeart/2017/3/layout/HorizontalPathTimeline"/>
    <dgm:cxn modelId="{D017EC91-8DA6-4B0B-8D44-BB39CFEF7911}" type="presOf" srcId="{5A2F4B71-0329-40E2-9A2C-035E0EFAFAC1}" destId="{D3B85B47-448C-42EF-BE5D-C608A06663A9}" srcOrd="0" destOrd="0" presId="urn:microsoft.com/office/officeart/2017/3/layout/HorizontalPathTimeline"/>
    <dgm:cxn modelId="{5AC3869E-50D9-44F3-9C7D-4205A7884784}" srcId="{101094FB-E758-4F0F-8EE5-596E00FF4D00}" destId="{9D57B386-81A3-4153-98E0-269934B00ED1}" srcOrd="2" destOrd="0" parTransId="{4D25E13D-2ABC-48A8-B02D-2D1EE99AB9DE}" sibTransId="{1FF1EDA3-22E9-4D0F-8C5B-4B86243D26E4}"/>
    <dgm:cxn modelId="{0170EEA5-C8CF-4AB5-88C5-F587DFD0E3A0}" srcId="{9D57B386-81A3-4153-98E0-269934B00ED1}" destId="{41D70F80-E123-4507-A835-6C45E27E5C93}" srcOrd="0" destOrd="0" parTransId="{A0BCD62F-EFBC-4B20-AC04-E619F6240B77}" sibTransId="{0D762119-4376-4EA8-9BFF-B3C63AAEFA0C}"/>
    <dgm:cxn modelId="{D8E581A6-399F-4779-B128-81006172EAF7}" type="presOf" srcId="{8EE2937C-9F1C-4FBD-B904-D99BC6165FBA}" destId="{D0BB4112-C1F7-40B7-8294-CCCEBD01C59E}" srcOrd="0" destOrd="2" presId="urn:microsoft.com/office/officeart/2017/3/layout/HorizontalPathTimeline"/>
    <dgm:cxn modelId="{94A24AB0-D377-4AA0-B150-22F2A2CF96C9}" type="presOf" srcId="{A6C3D266-22B0-42A1-8A92-54ADDF6EDE78}" destId="{A5E722AD-58D8-49C2-862E-87A7A16D8A6C}" srcOrd="0" destOrd="0" presId="urn:microsoft.com/office/officeart/2017/3/layout/HorizontalPathTimeline"/>
    <dgm:cxn modelId="{496258B0-459E-4901-A441-A3961016EC71}" srcId="{101094FB-E758-4F0F-8EE5-596E00FF4D00}" destId="{02C8B43A-5A8D-4705-9E1A-C1362892FFE8}" srcOrd="4" destOrd="0" parTransId="{8ADB6FE9-CCD0-45F4-B4E3-6D33B86D0F24}" sibTransId="{2218E17D-52EB-4BF1-967B-188934D71D99}"/>
    <dgm:cxn modelId="{6AAA2AB3-1394-4937-87F2-A933A50DA379}" type="presOf" srcId="{9D57B386-81A3-4153-98E0-269934B00ED1}" destId="{C2124F2D-9AD7-4530-AD81-46FD87D2813A}" srcOrd="0" destOrd="0" presId="urn:microsoft.com/office/officeart/2017/3/layout/HorizontalPathTimeline"/>
    <dgm:cxn modelId="{4EAE68BB-7ABC-42F4-9DD4-3029A02150FE}" srcId="{A6C3D266-22B0-42A1-8A92-54ADDF6EDE78}" destId="{9EBD8AB0-9614-4C06-B0CE-EB69C2719137}" srcOrd="0" destOrd="0" parTransId="{C4F9310A-D612-43C4-A129-7762B2E06045}" sibTransId="{CAC396DA-419A-49BD-8A1B-8FAC9B3AF851}"/>
    <dgm:cxn modelId="{9F04DBC4-1398-4F5C-9A94-D865B8FC0B5C}" srcId="{101094FB-E758-4F0F-8EE5-596E00FF4D00}" destId="{7E692105-77D0-4414-A3F4-ED48002842E0}" srcOrd="3" destOrd="0" parTransId="{C6E4FBB7-5AD8-4129-9580-1270CAB01494}" sibTransId="{F14C8B37-5B8F-449D-B51D-8BA0BE9C3B79}"/>
    <dgm:cxn modelId="{0D78E1C5-AE68-47F9-93F2-651C58E23575}" srcId="{B10BD1CB-C38D-4D12-8563-5AB7A403666C}" destId="{A5C2CF93-1CC4-4362-9A41-FB8F1AAE8D39}" srcOrd="1" destOrd="0" parTransId="{1B337F90-1F6B-49E9-AB11-D5BDDBDC4D6E}" sibTransId="{A325EAD5-A0C2-491E-83C5-BB873F5068FA}"/>
    <dgm:cxn modelId="{3084A2C8-3BE7-46C2-8CC5-BAAB5FAED906}" type="presOf" srcId="{101094FB-E758-4F0F-8EE5-596E00FF4D00}" destId="{C4EB0E43-769C-4712-B511-3749FDE99DBF}" srcOrd="0" destOrd="0" presId="urn:microsoft.com/office/officeart/2017/3/layout/HorizontalPathTimeline"/>
    <dgm:cxn modelId="{EDFAD8D7-8C0D-478B-9ACA-A751B3A4E728}" type="presOf" srcId="{4D124FA2-3895-4B4C-A66D-516679AA06B5}" destId="{D3B85B47-448C-42EF-BE5D-C608A06663A9}" srcOrd="0" destOrd="1" presId="urn:microsoft.com/office/officeart/2017/3/layout/HorizontalPathTimeline"/>
    <dgm:cxn modelId="{AA0BE4DB-A41A-48EE-ACE2-BD825AB4F6F9}" type="presOf" srcId="{A5C2CF93-1CC4-4362-9A41-FB8F1AAE8D39}" destId="{1EEBD419-9B48-4049-9A35-8935E6A0B1FE}" srcOrd="0" destOrd="1" presId="urn:microsoft.com/office/officeart/2017/3/layout/HorizontalPathTimeline"/>
    <dgm:cxn modelId="{78CF5AF0-5706-4166-97B9-0170E67F0BF1}" srcId="{A6C3D266-22B0-42A1-8A92-54ADDF6EDE78}" destId="{8EE2937C-9F1C-4FBD-B904-D99BC6165FBA}" srcOrd="2" destOrd="0" parTransId="{FF974F08-A817-40CB-8144-4C464E990C79}" sibTransId="{6491E93A-11A0-42E5-9655-449144B56CBF}"/>
    <dgm:cxn modelId="{D49C898E-18C9-4F7A-B0A0-4A6998AC634A}" type="presParOf" srcId="{C4EB0E43-769C-4712-B511-3749FDE99DBF}" destId="{8B8D8ADE-B93E-488F-BB1B-32B51C4D9BA5}" srcOrd="0" destOrd="0" presId="urn:microsoft.com/office/officeart/2017/3/layout/HorizontalPathTimeline"/>
    <dgm:cxn modelId="{E19642FA-EA4C-4142-8BE4-AA61C91796C0}" type="presParOf" srcId="{C4EB0E43-769C-4712-B511-3749FDE99DBF}" destId="{C661E316-C6A1-491C-A5F0-BEA92CF77483}" srcOrd="1" destOrd="0" presId="urn:microsoft.com/office/officeart/2017/3/layout/HorizontalPathTimeline"/>
    <dgm:cxn modelId="{C92F8D54-C76F-4BCB-9CF7-2ED877EA28AB}" type="presParOf" srcId="{C661E316-C6A1-491C-A5F0-BEA92CF77483}" destId="{E46777E8-D8F3-4AE3-8C19-70148D07E287}" srcOrd="0" destOrd="0" presId="urn:microsoft.com/office/officeart/2017/3/layout/HorizontalPathTimeline"/>
    <dgm:cxn modelId="{83458939-630E-4047-BF93-8B3D45EBC1E2}" type="presParOf" srcId="{E46777E8-D8F3-4AE3-8C19-70148D07E287}" destId="{A5E722AD-58D8-49C2-862E-87A7A16D8A6C}" srcOrd="0" destOrd="0" presId="urn:microsoft.com/office/officeart/2017/3/layout/HorizontalPathTimeline"/>
    <dgm:cxn modelId="{AC355D65-8DF0-41DD-B853-C8E57BAEED95}" type="presParOf" srcId="{E46777E8-D8F3-4AE3-8C19-70148D07E287}" destId="{CE481636-04A2-4019-9D8F-C744DC0A903E}" srcOrd="1" destOrd="0" presId="urn:microsoft.com/office/officeart/2017/3/layout/HorizontalPathTimeline"/>
    <dgm:cxn modelId="{AA01EFD4-83E0-4CA0-A8B1-971977951472}" type="presParOf" srcId="{CE481636-04A2-4019-9D8F-C744DC0A903E}" destId="{D0BB4112-C1F7-40B7-8294-CCCEBD01C59E}" srcOrd="0" destOrd="0" presId="urn:microsoft.com/office/officeart/2017/3/layout/HorizontalPathTimeline"/>
    <dgm:cxn modelId="{A7BB0A53-37F0-4024-8656-710B2A88E29C}" type="presParOf" srcId="{CE481636-04A2-4019-9D8F-C744DC0A903E}" destId="{82C59BDD-EB20-4A37-84B7-63C36D616BD5}" srcOrd="1" destOrd="0" presId="urn:microsoft.com/office/officeart/2017/3/layout/HorizontalPathTimeline"/>
    <dgm:cxn modelId="{849246AC-0868-4024-AACB-ADD1C1D599EB}" type="presParOf" srcId="{E46777E8-D8F3-4AE3-8C19-70148D07E287}" destId="{6B4E2D41-0BC8-4473-AE11-722CF05CCB15}" srcOrd="2" destOrd="0" presId="urn:microsoft.com/office/officeart/2017/3/layout/HorizontalPathTimeline"/>
    <dgm:cxn modelId="{77473A99-548E-41FB-900D-3B30D3286C1D}" type="presParOf" srcId="{E46777E8-D8F3-4AE3-8C19-70148D07E287}" destId="{385674A1-BB18-406D-9DFC-409BEAEA72A6}" srcOrd="3" destOrd="0" presId="urn:microsoft.com/office/officeart/2017/3/layout/HorizontalPathTimeline"/>
    <dgm:cxn modelId="{FE2674BD-7565-4E86-A603-EA661C666D25}" type="presParOf" srcId="{E46777E8-D8F3-4AE3-8C19-70148D07E287}" destId="{EEBFCA8D-4C07-408D-BF78-FC12E35F48BB}" srcOrd="4" destOrd="0" presId="urn:microsoft.com/office/officeart/2017/3/layout/HorizontalPathTimeline"/>
    <dgm:cxn modelId="{A91CB029-C306-4CF1-A64B-C7153D16215A}" type="presParOf" srcId="{C661E316-C6A1-491C-A5F0-BEA92CF77483}" destId="{21CD81F0-3FE6-4737-85D0-9853719037F6}" srcOrd="1" destOrd="0" presId="urn:microsoft.com/office/officeart/2017/3/layout/HorizontalPathTimeline"/>
    <dgm:cxn modelId="{0DD8218C-05BD-431E-B826-EC8E95C49A5C}" type="presParOf" srcId="{C661E316-C6A1-491C-A5F0-BEA92CF77483}" destId="{D91A69EC-AC83-4891-B6CC-9A4059D8DFC6}" srcOrd="2" destOrd="0" presId="urn:microsoft.com/office/officeart/2017/3/layout/HorizontalPathTimeline"/>
    <dgm:cxn modelId="{662B3346-ADA9-4C3E-BC8B-B16C3A70E786}" type="presParOf" srcId="{D91A69EC-AC83-4891-B6CC-9A4059D8DFC6}" destId="{23B5A247-A1E4-4870-BE72-50ECC2270003}" srcOrd="0" destOrd="0" presId="urn:microsoft.com/office/officeart/2017/3/layout/HorizontalPathTimeline"/>
    <dgm:cxn modelId="{9B91299C-3537-41B1-9A18-BEC7B60E63A0}" type="presParOf" srcId="{D91A69EC-AC83-4891-B6CC-9A4059D8DFC6}" destId="{64400E31-4CE7-483D-83FB-E86BEB463935}" srcOrd="1" destOrd="0" presId="urn:microsoft.com/office/officeart/2017/3/layout/HorizontalPathTimeline"/>
    <dgm:cxn modelId="{33AE652F-715B-40FC-81FD-4B57642C4195}" type="presParOf" srcId="{64400E31-4CE7-483D-83FB-E86BEB463935}" destId="{1EEBD419-9B48-4049-9A35-8935E6A0B1FE}" srcOrd="0" destOrd="0" presId="urn:microsoft.com/office/officeart/2017/3/layout/HorizontalPathTimeline"/>
    <dgm:cxn modelId="{51DE55AE-7D8E-48C9-95E1-136264C01668}" type="presParOf" srcId="{64400E31-4CE7-483D-83FB-E86BEB463935}" destId="{7E286759-D539-4858-91D9-61B8BCC86829}" srcOrd="1" destOrd="0" presId="urn:microsoft.com/office/officeart/2017/3/layout/HorizontalPathTimeline"/>
    <dgm:cxn modelId="{57EA0CFE-5889-4681-96C1-92FE4FC1970C}" type="presParOf" srcId="{D91A69EC-AC83-4891-B6CC-9A4059D8DFC6}" destId="{97DEDBFA-3315-4088-A277-94876A3A607E}" srcOrd="2" destOrd="0" presId="urn:microsoft.com/office/officeart/2017/3/layout/HorizontalPathTimeline"/>
    <dgm:cxn modelId="{76266032-6D38-4D3F-BC62-0AD5CEEC1403}" type="presParOf" srcId="{D91A69EC-AC83-4891-B6CC-9A4059D8DFC6}" destId="{9A4E394F-8635-440A-927C-2B1C2003226A}" srcOrd="3" destOrd="0" presId="urn:microsoft.com/office/officeart/2017/3/layout/HorizontalPathTimeline"/>
    <dgm:cxn modelId="{804D00BE-AC56-422A-B3A1-50AD814C6158}" type="presParOf" srcId="{D91A69EC-AC83-4891-B6CC-9A4059D8DFC6}" destId="{57867A2E-437E-42EB-8183-9E25BDDB9A0D}" srcOrd="4" destOrd="0" presId="urn:microsoft.com/office/officeart/2017/3/layout/HorizontalPathTimeline"/>
    <dgm:cxn modelId="{758DCA7B-20B8-4C4F-BB8E-C2580FE12171}" type="presParOf" srcId="{C661E316-C6A1-491C-A5F0-BEA92CF77483}" destId="{17AD8B03-6048-4A7C-A531-8803E9E0428E}" srcOrd="3" destOrd="0" presId="urn:microsoft.com/office/officeart/2017/3/layout/HorizontalPathTimeline"/>
    <dgm:cxn modelId="{207D561F-FCB0-489B-92CD-E8B253B327B2}" type="presParOf" srcId="{C661E316-C6A1-491C-A5F0-BEA92CF77483}" destId="{C0DF9C75-E55A-4F4F-AB32-12102B01DABD}" srcOrd="4" destOrd="0" presId="urn:microsoft.com/office/officeart/2017/3/layout/HorizontalPathTimeline"/>
    <dgm:cxn modelId="{ABFF352B-E402-4FD2-8117-35E316E711CB}" type="presParOf" srcId="{C0DF9C75-E55A-4F4F-AB32-12102B01DABD}" destId="{C2124F2D-9AD7-4530-AD81-46FD87D2813A}" srcOrd="0" destOrd="0" presId="urn:microsoft.com/office/officeart/2017/3/layout/HorizontalPathTimeline"/>
    <dgm:cxn modelId="{BDABA1C4-8D30-448C-BA8B-EA4BA66824D0}" type="presParOf" srcId="{C0DF9C75-E55A-4F4F-AB32-12102B01DABD}" destId="{FAE45E51-A8D1-4A98-B0B4-26A95E96DF96}" srcOrd="1" destOrd="0" presId="urn:microsoft.com/office/officeart/2017/3/layout/HorizontalPathTimeline"/>
    <dgm:cxn modelId="{0FA20EA2-9168-4FB5-A0F7-E5E3C310974B}" type="presParOf" srcId="{FAE45E51-A8D1-4A98-B0B4-26A95E96DF96}" destId="{C6551203-BCD3-4AAA-9747-0A7711865D43}" srcOrd="0" destOrd="0" presId="urn:microsoft.com/office/officeart/2017/3/layout/HorizontalPathTimeline"/>
    <dgm:cxn modelId="{9C5AC261-646C-479F-9C3F-1533285683A7}" type="presParOf" srcId="{FAE45E51-A8D1-4A98-B0B4-26A95E96DF96}" destId="{42F84411-BECF-4AA7-9FF4-3311A7604BCC}" srcOrd="1" destOrd="0" presId="urn:microsoft.com/office/officeart/2017/3/layout/HorizontalPathTimeline"/>
    <dgm:cxn modelId="{9BF9F645-0BD8-4223-B135-EE35E9957B5B}" type="presParOf" srcId="{C0DF9C75-E55A-4F4F-AB32-12102B01DABD}" destId="{9459AD05-4E96-4A25-AB79-CEC90F9F1127}" srcOrd="2" destOrd="0" presId="urn:microsoft.com/office/officeart/2017/3/layout/HorizontalPathTimeline"/>
    <dgm:cxn modelId="{E3C5A093-1039-40E1-BF0F-A4BE732AB8E3}" type="presParOf" srcId="{C0DF9C75-E55A-4F4F-AB32-12102B01DABD}" destId="{A23EB38D-3F96-4CCB-8CEF-F8FFA9FECD64}" srcOrd="3" destOrd="0" presId="urn:microsoft.com/office/officeart/2017/3/layout/HorizontalPathTimeline"/>
    <dgm:cxn modelId="{E58A0A5F-1CB1-495A-AE56-DEC82BF8352F}" type="presParOf" srcId="{C0DF9C75-E55A-4F4F-AB32-12102B01DABD}" destId="{3A38605C-84BF-41C2-99FD-BC2CF0236102}" srcOrd="4" destOrd="0" presId="urn:microsoft.com/office/officeart/2017/3/layout/HorizontalPathTimeline"/>
    <dgm:cxn modelId="{47635447-1929-4ECE-A710-9527773567D7}" type="presParOf" srcId="{C661E316-C6A1-491C-A5F0-BEA92CF77483}" destId="{CBF3180D-7FBC-458D-8C69-F16CEDFA75D4}" srcOrd="5" destOrd="0" presId="urn:microsoft.com/office/officeart/2017/3/layout/HorizontalPathTimeline"/>
    <dgm:cxn modelId="{9763E90D-2666-42F2-A69A-2AC9153B562F}" type="presParOf" srcId="{C661E316-C6A1-491C-A5F0-BEA92CF77483}" destId="{1D86916B-053B-4D7F-BAFE-D36A827C836B}" srcOrd="6" destOrd="0" presId="urn:microsoft.com/office/officeart/2017/3/layout/HorizontalPathTimeline"/>
    <dgm:cxn modelId="{B8801A03-2B6C-43E8-8E76-52032F044D3A}" type="presParOf" srcId="{1D86916B-053B-4D7F-BAFE-D36A827C836B}" destId="{6542B744-E8EA-42ED-88F0-46A64FE302EF}" srcOrd="0" destOrd="0" presId="urn:microsoft.com/office/officeart/2017/3/layout/HorizontalPathTimeline"/>
    <dgm:cxn modelId="{96AF5EEE-14E5-46E3-BF3C-9DEC88A6C400}" type="presParOf" srcId="{1D86916B-053B-4D7F-BAFE-D36A827C836B}" destId="{58456F7B-04A3-408B-8940-018F3AD997A9}" srcOrd="1" destOrd="0" presId="urn:microsoft.com/office/officeart/2017/3/layout/HorizontalPathTimeline"/>
    <dgm:cxn modelId="{549F9D76-18A9-4591-9AA6-6847101A036A}" type="presParOf" srcId="{58456F7B-04A3-408B-8940-018F3AD997A9}" destId="{4EE68A89-D48F-4D98-8342-4DB927C4291E}" srcOrd="0" destOrd="0" presId="urn:microsoft.com/office/officeart/2017/3/layout/HorizontalPathTimeline"/>
    <dgm:cxn modelId="{D12A1C4C-A7B1-4812-94CB-9BE0F3DC9F99}" type="presParOf" srcId="{58456F7B-04A3-408B-8940-018F3AD997A9}" destId="{A3A26395-0AB6-41C2-97AF-DE96584C222D}" srcOrd="1" destOrd="0" presId="urn:microsoft.com/office/officeart/2017/3/layout/HorizontalPathTimeline"/>
    <dgm:cxn modelId="{2E4596EA-A85D-436D-A266-C6582F2D544F}" type="presParOf" srcId="{1D86916B-053B-4D7F-BAFE-D36A827C836B}" destId="{1C1ABA15-13EB-4C4F-985D-4E1914746ADC}" srcOrd="2" destOrd="0" presId="urn:microsoft.com/office/officeart/2017/3/layout/HorizontalPathTimeline"/>
    <dgm:cxn modelId="{1FF710F4-9064-46D4-B9C2-D41B23042E3A}" type="presParOf" srcId="{1D86916B-053B-4D7F-BAFE-D36A827C836B}" destId="{499E0BDF-36BB-4320-9F6A-68C207311C1B}" srcOrd="3" destOrd="0" presId="urn:microsoft.com/office/officeart/2017/3/layout/HorizontalPathTimeline"/>
    <dgm:cxn modelId="{0FD70C6E-B8E5-4E09-99F9-8FA0BCC19FAC}" type="presParOf" srcId="{1D86916B-053B-4D7F-BAFE-D36A827C836B}" destId="{94B31196-1230-4FEC-BCDC-D9649162D050}" srcOrd="4" destOrd="0" presId="urn:microsoft.com/office/officeart/2017/3/layout/HorizontalPathTimeline"/>
    <dgm:cxn modelId="{70A0C9C2-BA1E-4A40-81A1-6B04A8212CA0}" type="presParOf" srcId="{C661E316-C6A1-491C-A5F0-BEA92CF77483}" destId="{F2B41562-DDE3-4FF7-B476-E939C20E00B2}" srcOrd="7" destOrd="0" presId="urn:microsoft.com/office/officeart/2017/3/layout/HorizontalPathTimeline"/>
    <dgm:cxn modelId="{3D3850C0-AAE8-47DA-9EFE-3731D5D6EBA8}" type="presParOf" srcId="{C661E316-C6A1-491C-A5F0-BEA92CF77483}" destId="{AA45F7B0-9914-4AC6-9824-5D0C5661BF4E}" srcOrd="8" destOrd="0" presId="urn:microsoft.com/office/officeart/2017/3/layout/HorizontalPathTimeline"/>
    <dgm:cxn modelId="{6F108418-2EC3-45BB-AE89-C72A3E7DEE49}" type="presParOf" srcId="{AA45F7B0-9914-4AC6-9824-5D0C5661BF4E}" destId="{3E8FA150-BCDD-4EE1-846E-442061457D4D}" srcOrd="0" destOrd="0" presId="urn:microsoft.com/office/officeart/2017/3/layout/HorizontalPathTimeline"/>
    <dgm:cxn modelId="{480467C3-AC87-4F07-9DE3-4358AD85E9D2}" type="presParOf" srcId="{AA45F7B0-9914-4AC6-9824-5D0C5661BF4E}" destId="{5158B291-485E-47B4-BEBB-6DF6328D66AF}" srcOrd="1" destOrd="0" presId="urn:microsoft.com/office/officeart/2017/3/layout/HorizontalPathTimeline"/>
    <dgm:cxn modelId="{88A57358-69B5-460B-9940-D7D5F5D7190D}" type="presParOf" srcId="{5158B291-485E-47B4-BEBB-6DF6328D66AF}" destId="{D3B85B47-448C-42EF-BE5D-C608A06663A9}" srcOrd="0" destOrd="0" presId="urn:microsoft.com/office/officeart/2017/3/layout/HorizontalPathTimeline"/>
    <dgm:cxn modelId="{54E7293A-10B5-4C0A-A942-DC618D4262E3}" type="presParOf" srcId="{5158B291-485E-47B4-BEBB-6DF6328D66AF}" destId="{9B2A48F5-E199-48FA-A924-1413944EACF3}" srcOrd="1" destOrd="0" presId="urn:microsoft.com/office/officeart/2017/3/layout/HorizontalPathTimeline"/>
    <dgm:cxn modelId="{49E2067F-603C-4C73-9176-673391428C3E}" type="presParOf" srcId="{AA45F7B0-9914-4AC6-9824-5D0C5661BF4E}" destId="{5B551E27-4DC2-49DA-B75C-892073E76B57}" srcOrd="2" destOrd="0" presId="urn:microsoft.com/office/officeart/2017/3/layout/HorizontalPathTimeline"/>
    <dgm:cxn modelId="{0FBADB2C-31AE-4F87-8905-77C8715E1223}" type="presParOf" srcId="{AA45F7B0-9914-4AC6-9824-5D0C5661BF4E}" destId="{4B17C0F6-B93E-49DE-9A64-FC0B77EB0D39}" srcOrd="3" destOrd="0" presId="urn:microsoft.com/office/officeart/2017/3/layout/HorizontalPathTimeline"/>
    <dgm:cxn modelId="{C3EF2BAD-A8F1-40AF-8BB0-E2A76119938E}" type="presParOf" srcId="{AA45F7B0-9914-4AC6-9824-5D0C5661BF4E}" destId="{C44B7671-8D1B-4775-A6A2-7D62A9FA5E2C}" srcOrd="4" destOrd="0" presId="urn:microsoft.com/office/officeart/2017/3/layout/HorizontalPath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A7A801-402B-45F6-B842-143C44B2E8FB}"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GB"/>
        </a:p>
      </dgm:t>
    </dgm:pt>
    <dgm:pt modelId="{A969F038-00ED-4849-94DF-D38421660313}">
      <dgm:prSet phldrT="[Text]" phldr="0"/>
      <dgm:spPr>
        <a:solidFill>
          <a:srgbClr val="A81111"/>
        </a:solidFill>
      </dgm:spPr>
      <dgm:t>
        <a:bodyPr/>
        <a:lstStyle/>
        <a:p>
          <a:r>
            <a:rPr lang="en-GB">
              <a:solidFill>
                <a:schemeClr val="tx1"/>
              </a:solidFill>
              <a:latin typeface="Neue Haas Grotesk Text Pro"/>
            </a:rPr>
            <a:t>Make </a:t>
          </a:r>
          <a:endParaRPr lang="en-GB">
            <a:solidFill>
              <a:schemeClr val="tx1"/>
            </a:solidFill>
          </a:endParaRPr>
        </a:p>
      </dgm:t>
    </dgm:pt>
    <dgm:pt modelId="{16B7EBD9-91D7-4F42-A6CA-BDDF5F9EA095}" type="parTrans" cxnId="{9AB392B1-3209-43DD-96CC-0ABB0DE0991B}">
      <dgm:prSet/>
      <dgm:spPr/>
      <dgm:t>
        <a:bodyPr/>
        <a:lstStyle/>
        <a:p>
          <a:endParaRPr lang="en-GB"/>
        </a:p>
      </dgm:t>
    </dgm:pt>
    <dgm:pt modelId="{C2045143-3CCE-473F-8CD0-53F5CA345F09}" type="sibTrans" cxnId="{9AB392B1-3209-43DD-96CC-0ABB0DE0991B}">
      <dgm:prSet/>
      <dgm:spPr/>
      <dgm:t>
        <a:bodyPr/>
        <a:lstStyle/>
        <a:p>
          <a:endParaRPr lang="en-GB"/>
        </a:p>
      </dgm:t>
    </dgm:pt>
    <dgm:pt modelId="{1F6B99B4-F80B-484B-A52C-124D8B78E881}">
      <dgm:prSet phldrT="[Text]" phldr="0"/>
      <dgm:spPr>
        <a:solidFill>
          <a:srgbClr val="A81111"/>
        </a:solidFill>
      </dgm:spPr>
      <dgm:t>
        <a:bodyPr/>
        <a:lstStyle/>
        <a:p>
          <a:pPr rtl="0"/>
          <a:r>
            <a:rPr lang="en-GB">
              <a:solidFill>
                <a:schemeClr val="tx1"/>
              </a:solidFill>
              <a:latin typeface="Neue Haas Grotesk Text Pro"/>
            </a:rPr>
            <a:t>Feature with missing value</a:t>
          </a:r>
          <a:endParaRPr lang="en-GB">
            <a:solidFill>
              <a:schemeClr val="tx1"/>
            </a:solidFill>
          </a:endParaRPr>
        </a:p>
      </dgm:t>
    </dgm:pt>
    <dgm:pt modelId="{F004EB0D-6B29-4F9F-B46F-87D1F2E54725}" type="parTrans" cxnId="{5B975C52-BA85-446B-9BE0-EFDF847ACF2A}">
      <dgm:prSet/>
      <dgm:spPr/>
      <dgm:t>
        <a:bodyPr/>
        <a:lstStyle/>
        <a:p>
          <a:endParaRPr lang="en-GB"/>
        </a:p>
      </dgm:t>
    </dgm:pt>
    <dgm:pt modelId="{7C1CB642-585C-4190-94E7-5DA0833D6C86}" type="sibTrans" cxnId="{5B975C52-BA85-446B-9BE0-EFDF847ACF2A}">
      <dgm:prSet/>
      <dgm:spPr/>
      <dgm:t>
        <a:bodyPr/>
        <a:lstStyle/>
        <a:p>
          <a:endParaRPr lang="en-GB"/>
        </a:p>
      </dgm:t>
    </dgm:pt>
    <dgm:pt modelId="{D2FE7487-3A70-4D59-A60E-CFC960717E26}">
      <dgm:prSet phldr="0"/>
      <dgm:spPr/>
      <dgm:t>
        <a:bodyPr/>
        <a:lstStyle/>
        <a:p>
          <a:r>
            <a:rPr lang="en-GB">
              <a:solidFill>
                <a:schemeClr val="tx1"/>
              </a:solidFill>
              <a:latin typeface="Neue Haas Grotesk Text Pro"/>
            </a:rPr>
            <a:t>Model</a:t>
          </a:r>
        </a:p>
      </dgm:t>
    </dgm:pt>
    <dgm:pt modelId="{4D1E9213-EC64-4AFF-98D6-131D9CE9516A}" type="parTrans" cxnId="{0B13A6ED-8EDB-40F7-BE59-6739E4E6F312}">
      <dgm:prSet/>
      <dgm:spPr/>
    </dgm:pt>
    <dgm:pt modelId="{E40418E5-2957-4EF8-9D89-4925E3134A71}" type="sibTrans" cxnId="{0B13A6ED-8EDB-40F7-BE59-6739E4E6F312}">
      <dgm:prSet/>
      <dgm:spPr/>
    </dgm:pt>
    <dgm:pt modelId="{EB473CC9-875A-4564-92FD-275F45B01077}">
      <dgm:prSet phldr="0"/>
      <dgm:spPr/>
      <dgm:t>
        <a:bodyPr/>
        <a:lstStyle/>
        <a:p>
          <a:r>
            <a:rPr lang="en-GB">
              <a:solidFill>
                <a:schemeClr val="tx1"/>
              </a:solidFill>
              <a:latin typeface="Neue Haas Grotesk Text Pro"/>
            </a:rPr>
            <a:t>Generation</a:t>
          </a:r>
        </a:p>
      </dgm:t>
    </dgm:pt>
    <dgm:pt modelId="{0DE434B5-12DD-4287-958C-C68543D50312}" type="parTrans" cxnId="{9B136F5F-AD0C-4769-802F-34DC054CB87F}">
      <dgm:prSet/>
      <dgm:spPr/>
    </dgm:pt>
    <dgm:pt modelId="{BCDE70C6-5CF0-460C-AB42-4D05EAB06AE5}" type="sibTrans" cxnId="{9B136F5F-AD0C-4769-802F-34DC054CB87F}">
      <dgm:prSet/>
      <dgm:spPr/>
    </dgm:pt>
    <dgm:pt modelId="{DCFBD3E4-5485-44ED-86C5-5A9B2067963F}">
      <dgm:prSet phldr="0"/>
      <dgm:spPr/>
      <dgm:t>
        <a:bodyPr/>
        <a:lstStyle/>
        <a:p>
          <a:pPr rtl="0"/>
          <a:r>
            <a:rPr lang="en-GB">
              <a:solidFill>
                <a:schemeClr val="tx1"/>
              </a:solidFill>
              <a:latin typeface="Neue Haas Grotesk Text Pro"/>
            </a:rPr>
            <a:t>Missing Values</a:t>
          </a:r>
        </a:p>
      </dgm:t>
    </dgm:pt>
    <dgm:pt modelId="{6D5FFB06-38DD-4D19-9987-FEE504A96765}" type="parTrans" cxnId="{8DC71A46-D87B-4DFD-AAB4-1CAFB1A762E9}">
      <dgm:prSet/>
      <dgm:spPr/>
    </dgm:pt>
    <dgm:pt modelId="{B6A9291D-2552-42C9-BB41-91540AE430EC}" type="sibTrans" cxnId="{8DC71A46-D87B-4DFD-AAB4-1CAFB1A762E9}">
      <dgm:prSet/>
      <dgm:spPr/>
    </dgm:pt>
    <dgm:pt modelId="{8E30DCC1-0130-45FB-9742-F6ECB40329D7}" type="pres">
      <dgm:prSet presAssocID="{B1A7A801-402B-45F6-B842-143C44B2E8FB}" presName="hierChild1" presStyleCnt="0">
        <dgm:presLayoutVars>
          <dgm:orgChart val="1"/>
          <dgm:chPref val="1"/>
          <dgm:dir/>
          <dgm:animOne val="branch"/>
          <dgm:animLvl val="lvl"/>
          <dgm:resizeHandles/>
        </dgm:presLayoutVars>
      </dgm:prSet>
      <dgm:spPr/>
    </dgm:pt>
    <dgm:pt modelId="{BC6B978B-26B8-4F79-996F-EFB1C03E1B48}" type="pres">
      <dgm:prSet presAssocID="{DCFBD3E4-5485-44ED-86C5-5A9B2067963F}" presName="hierRoot1" presStyleCnt="0">
        <dgm:presLayoutVars>
          <dgm:hierBranch val="init"/>
        </dgm:presLayoutVars>
      </dgm:prSet>
      <dgm:spPr/>
    </dgm:pt>
    <dgm:pt modelId="{A4E0378D-E219-4B09-BFB1-80C0B33D6414}" type="pres">
      <dgm:prSet presAssocID="{DCFBD3E4-5485-44ED-86C5-5A9B2067963F}" presName="rootComposite1" presStyleCnt="0"/>
      <dgm:spPr/>
    </dgm:pt>
    <dgm:pt modelId="{348DD544-A04A-4BC8-AAD8-E313F829892E}" type="pres">
      <dgm:prSet presAssocID="{DCFBD3E4-5485-44ED-86C5-5A9B2067963F}" presName="rootText1" presStyleLbl="node0" presStyleIdx="0" presStyleCnt="1">
        <dgm:presLayoutVars>
          <dgm:chPref val="3"/>
        </dgm:presLayoutVars>
      </dgm:prSet>
      <dgm:spPr>
        <a:solidFill>
          <a:srgbClr val="A81111"/>
        </a:solidFill>
      </dgm:spPr>
    </dgm:pt>
    <dgm:pt modelId="{103B156D-8A2A-45C5-9832-C729DFA606D6}" type="pres">
      <dgm:prSet presAssocID="{DCFBD3E4-5485-44ED-86C5-5A9B2067963F}" presName="rootConnector1" presStyleLbl="node1" presStyleIdx="0" presStyleCnt="0"/>
      <dgm:spPr/>
    </dgm:pt>
    <dgm:pt modelId="{C82A50D4-C46A-47BA-8318-5D4B7917CF80}" type="pres">
      <dgm:prSet presAssocID="{DCFBD3E4-5485-44ED-86C5-5A9B2067963F}" presName="hierChild2" presStyleCnt="0"/>
      <dgm:spPr/>
    </dgm:pt>
    <dgm:pt modelId="{CF96733F-FD01-461E-BC1B-573B6CD1DA98}" type="pres">
      <dgm:prSet presAssocID="{16B7EBD9-91D7-4F42-A6CA-BDDF5F9EA095}" presName="Name37" presStyleLbl="parChTrans1D2" presStyleIdx="0" presStyleCnt="4"/>
      <dgm:spPr/>
    </dgm:pt>
    <dgm:pt modelId="{D9D81FBF-0DA7-40F6-8160-EE458B0BCE10}" type="pres">
      <dgm:prSet presAssocID="{A969F038-00ED-4849-94DF-D38421660313}" presName="hierRoot2" presStyleCnt="0">
        <dgm:presLayoutVars>
          <dgm:hierBranch val="init"/>
        </dgm:presLayoutVars>
      </dgm:prSet>
      <dgm:spPr/>
    </dgm:pt>
    <dgm:pt modelId="{790CA83D-DB08-45F4-B960-7A04260828DD}" type="pres">
      <dgm:prSet presAssocID="{A969F038-00ED-4849-94DF-D38421660313}" presName="rootComposite" presStyleCnt="0"/>
      <dgm:spPr/>
    </dgm:pt>
    <dgm:pt modelId="{9EF228DE-1500-46C7-9FD0-55AA45793129}" type="pres">
      <dgm:prSet presAssocID="{A969F038-00ED-4849-94DF-D38421660313}" presName="rootText" presStyleLbl="node2" presStyleIdx="0" presStyleCnt="4">
        <dgm:presLayoutVars>
          <dgm:chPref val="3"/>
        </dgm:presLayoutVars>
      </dgm:prSet>
      <dgm:spPr/>
    </dgm:pt>
    <dgm:pt modelId="{3E0EC372-BCD2-4D08-88C4-45822C4E4A35}" type="pres">
      <dgm:prSet presAssocID="{A969F038-00ED-4849-94DF-D38421660313}" presName="rootConnector" presStyleLbl="node2" presStyleIdx="0" presStyleCnt="4"/>
      <dgm:spPr/>
    </dgm:pt>
    <dgm:pt modelId="{98B37CB9-B4E4-489B-B064-60F32616748E}" type="pres">
      <dgm:prSet presAssocID="{A969F038-00ED-4849-94DF-D38421660313}" presName="hierChild4" presStyleCnt="0"/>
      <dgm:spPr/>
    </dgm:pt>
    <dgm:pt modelId="{7E76BDA3-607B-421D-AB49-FAA9207ADE8A}" type="pres">
      <dgm:prSet presAssocID="{A969F038-00ED-4849-94DF-D38421660313}" presName="hierChild5" presStyleCnt="0"/>
      <dgm:spPr/>
    </dgm:pt>
    <dgm:pt modelId="{ABF874FF-02AC-4284-969A-ACCAFF5958E8}" type="pres">
      <dgm:prSet presAssocID="{4D1E9213-EC64-4AFF-98D6-131D9CE9516A}" presName="Name37" presStyleLbl="parChTrans1D2" presStyleIdx="1" presStyleCnt="4"/>
      <dgm:spPr/>
    </dgm:pt>
    <dgm:pt modelId="{85585B14-7B79-4279-9EF9-7FFAAE57E66F}" type="pres">
      <dgm:prSet presAssocID="{D2FE7487-3A70-4D59-A60E-CFC960717E26}" presName="hierRoot2" presStyleCnt="0">
        <dgm:presLayoutVars>
          <dgm:hierBranch val="init"/>
        </dgm:presLayoutVars>
      </dgm:prSet>
      <dgm:spPr/>
    </dgm:pt>
    <dgm:pt modelId="{4AE428D1-C59D-4766-AF46-A70BD7E16EC6}" type="pres">
      <dgm:prSet presAssocID="{D2FE7487-3A70-4D59-A60E-CFC960717E26}" presName="rootComposite" presStyleCnt="0"/>
      <dgm:spPr/>
    </dgm:pt>
    <dgm:pt modelId="{001153EE-75FB-47AA-9E5D-445164CE4048}" type="pres">
      <dgm:prSet presAssocID="{D2FE7487-3A70-4D59-A60E-CFC960717E26}" presName="rootText" presStyleLbl="node2" presStyleIdx="1" presStyleCnt="4">
        <dgm:presLayoutVars>
          <dgm:chPref val="3"/>
        </dgm:presLayoutVars>
      </dgm:prSet>
      <dgm:spPr>
        <a:solidFill>
          <a:srgbClr val="A81111"/>
        </a:solidFill>
      </dgm:spPr>
    </dgm:pt>
    <dgm:pt modelId="{755B1E21-6238-40E9-8505-3D5D12D920A6}" type="pres">
      <dgm:prSet presAssocID="{D2FE7487-3A70-4D59-A60E-CFC960717E26}" presName="rootConnector" presStyleLbl="node2" presStyleIdx="1" presStyleCnt="4"/>
      <dgm:spPr/>
    </dgm:pt>
    <dgm:pt modelId="{00CE796B-DBB5-4754-933C-1E4EF70EF2ED}" type="pres">
      <dgm:prSet presAssocID="{D2FE7487-3A70-4D59-A60E-CFC960717E26}" presName="hierChild4" presStyleCnt="0"/>
      <dgm:spPr/>
    </dgm:pt>
    <dgm:pt modelId="{84642CDF-E25F-499A-AC16-78FE817A45AF}" type="pres">
      <dgm:prSet presAssocID="{D2FE7487-3A70-4D59-A60E-CFC960717E26}" presName="hierChild5" presStyleCnt="0"/>
      <dgm:spPr/>
    </dgm:pt>
    <dgm:pt modelId="{10B43B52-6E1D-4641-B628-841346970287}" type="pres">
      <dgm:prSet presAssocID="{0DE434B5-12DD-4287-958C-C68543D50312}" presName="Name37" presStyleLbl="parChTrans1D2" presStyleIdx="2" presStyleCnt="4"/>
      <dgm:spPr/>
    </dgm:pt>
    <dgm:pt modelId="{E53B7A38-6D63-413E-BE92-E561F457BD50}" type="pres">
      <dgm:prSet presAssocID="{EB473CC9-875A-4564-92FD-275F45B01077}" presName="hierRoot2" presStyleCnt="0">
        <dgm:presLayoutVars>
          <dgm:hierBranch val="init"/>
        </dgm:presLayoutVars>
      </dgm:prSet>
      <dgm:spPr/>
    </dgm:pt>
    <dgm:pt modelId="{26B9D7D4-B562-49E1-8D3A-8D6C11C91B04}" type="pres">
      <dgm:prSet presAssocID="{EB473CC9-875A-4564-92FD-275F45B01077}" presName="rootComposite" presStyleCnt="0"/>
      <dgm:spPr/>
    </dgm:pt>
    <dgm:pt modelId="{76B1899C-ECEC-4C9E-91D2-0537020F336C}" type="pres">
      <dgm:prSet presAssocID="{EB473CC9-875A-4564-92FD-275F45B01077}" presName="rootText" presStyleLbl="node2" presStyleIdx="2" presStyleCnt="4">
        <dgm:presLayoutVars>
          <dgm:chPref val="3"/>
        </dgm:presLayoutVars>
      </dgm:prSet>
      <dgm:spPr>
        <a:solidFill>
          <a:srgbClr val="A81111"/>
        </a:solidFill>
      </dgm:spPr>
    </dgm:pt>
    <dgm:pt modelId="{E6AE1975-A008-47B9-A201-EB04992F3E00}" type="pres">
      <dgm:prSet presAssocID="{EB473CC9-875A-4564-92FD-275F45B01077}" presName="rootConnector" presStyleLbl="node2" presStyleIdx="2" presStyleCnt="4"/>
      <dgm:spPr/>
    </dgm:pt>
    <dgm:pt modelId="{25DE186F-98F5-4CD5-A2EC-F02643187E76}" type="pres">
      <dgm:prSet presAssocID="{EB473CC9-875A-4564-92FD-275F45B01077}" presName="hierChild4" presStyleCnt="0"/>
      <dgm:spPr/>
    </dgm:pt>
    <dgm:pt modelId="{2D3FDB50-5EB1-43B1-A02E-342702244D17}" type="pres">
      <dgm:prSet presAssocID="{EB473CC9-875A-4564-92FD-275F45B01077}" presName="hierChild5" presStyleCnt="0"/>
      <dgm:spPr/>
    </dgm:pt>
    <dgm:pt modelId="{55068723-06D4-44CD-B410-EE158EC8D2CE}" type="pres">
      <dgm:prSet presAssocID="{F004EB0D-6B29-4F9F-B46F-87D1F2E54725}" presName="Name37" presStyleLbl="parChTrans1D2" presStyleIdx="3" presStyleCnt="4"/>
      <dgm:spPr/>
    </dgm:pt>
    <dgm:pt modelId="{8F3B529E-8960-4545-A9BC-8776E1A0D85B}" type="pres">
      <dgm:prSet presAssocID="{1F6B99B4-F80B-484B-A52C-124D8B78E881}" presName="hierRoot2" presStyleCnt="0">
        <dgm:presLayoutVars>
          <dgm:hierBranch val="init"/>
        </dgm:presLayoutVars>
      </dgm:prSet>
      <dgm:spPr/>
    </dgm:pt>
    <dgm:pt modelId="{75F2DBD2-B464-42F2-8FC0-022ED42E7457}" type="pres">
      <dgm:prSet presAssocID="{1F6B99B4-F80B-484B-A52C-124D8B78E881}" presName="rootComposite" presStyleCnt="0"/>
      <dgm:spPr/>
    </dgm:pt>
    <dgm:pt modelId="{55177F9C-AA94-49AD-91C2-02691E041C49}" type="pres">
      <dgm:prSet presAssocID="{1F6B99B4-F80B-484B-A52C-124D8B78E881}" presName="rootText" presStyleLbl="node2" presStyleIdx="3" presStyleCnt="4">
        <dgm:presLayoutVars>
          <dgm:chPref val="3"/>
        </dgm:presLayoutVars>
      </dgm:prSet>
      <dgm:spPr/>
    </dgm:pt>
    <dgm:pt modelId="{9C0AD2BC-49E6-492B-BE14-EB298E4C71EC}" type="pres">
      <dgm:prSet presAssocID="{1F6B99B4-F80B-484B-A52C-124D8B78E881}" presName="rootConnector" presStyleLbl="node2" presStyleIdx="3" presStyleCnt="4"/>
      <dgm:spPr/>
    </dgm:pt>
    <dgm:pt modelId="{56B7FF5A-3CCC-4152-AE13-AA0A6090F1C2}" type="pres">
      <dgm:prSet presAssocID="{1F6B99B4-F80B-484B-A52C-124D8B78E881}" presName="hierChild4" presStyleCnt="0"/>
      <dgm:spPr/>
    </dgm:pt>
    <dgm:pt modelId="{E70879A1-7AA7-4CB0-8C7E-0AF8C2552A4B}" type="pres">
      <dgm:prSet presAssocID="{1F6B99B4-F80B-484B-A52C-124D8B78E881}" presName="hierChild5" presStyleCnt="0"/>
      <dgm:spPr/>
    </dgm:pt>
    <dgm:pt modelId="{AB6D9BDF-07DE-468F-8639-21FB338B4FA8}" type="pres">
      <dgm:prSet presAssocID="{DCFBD3E4-5485-44ED-86C5-5A9B2067963F}" presName="hierChild3" presStyleCnt="0"/>
      <dgm:spPr/>
    </dgm:pt>
  </dgm:ptLst>
  <dgm:cxnLst>
    <dgm:cxn modelId="{809EDB01-64B7-407A-8A8C-49107250CC2D}" type="presOf" srcId="{0DE434B5-12DD-4287-958C-C68543D50312}" destId="{10B43B52-6E1D-4641-B628-841346970287}" srcOrd="0" destOrd="0" presId="urn:microsoft.com/office/officeart/2005/8/layout/orgChart1"/>
    <dgm:cxn modelId="{88AC3119-B03F-463C-AFEA-83C19DEB0435}" type="presOf" srcId="{1F6B99B4-F80B-484B-A52C-124D8B78E881}" destId="{9C0AD2BC-49E6-492B-BE14-EB298E4C71EC}" srcOrd="1" destOrd="0" presId="urn:microsoft.com/office/officeart/2005/8/layout/orgChart1"/>
    <dgm:cxn modelId="{E2DF2C2D-9D72-43BE-91F4-CB240ACF5B5A}" type="presOf" srcId="{D2FE7487-3A70-4D59-A60E-CFC960717E26}" destId="{001153EE-75FB-47AA-9E5D-445164CE4048}" srcOrd="0" destOrd="0" presId="urn:microsoft.com/office/officeart/2005/8/layout/orgChart1"/>
    <dgm:cxn modelId="{F5946433-F9D5-4CC0-8BEF-89B3DB5E981B}" type="presOf" srcId="{F004EB0D-6B29-4F9F-B46F-87D1F2E54725}" destId="{55068723-06D4-44CD-B410-EE158EC8D2CE}" srcOrd="0" destOrd="0" presId="urn:microsoft.com/office/officeart/2005/8/layout/orgChart1"/>
    <dgm:cxn modelId="{765D335E-1F15-4E0A-9281-ECEF8901677C}" type="presOf" srcId="{B1A7A801-402B-45F6-B842-143C44B2E8FB}" destId="{8E30DCC1-0130-45FB-9742-F6ECB40329D7}" srcOrd="0" destOrd="0" presId="urn:microsoft.com/office/officeart/2005/8/layout/orgChart1"/>
    <dgm:cxn modelId="{9B136F5F-AD0C-4769-802F-34DC054CB87F}" srcId="{DCFBD3E4-5485-44ED-86C5-5A9B2067963F}" destId="{EB473CC9-875A-4564-92FD-275F45B01077}" srcOrd="2" destOrd="0" parTransId="{0DE434B5-12DD-4287-958C-C68543D50312}" sibTransId="{BCDE70C6-5CF0-460C-AB42-4D05EAB06AE5}"/>
    <dgm:cxn modelId="{71F9C044-856F-405E-897F-F4C7E574E751}" type="presOf" srcId="{1F6B99B4-F80B-484B-A52C-124D8B78E881}" destId="{55177F9C-AA94-49AD-91C2-02691E041C49}" srcOrd="0" destOrd="0" presId="urn:microsoft.com/office/officeart/2005/8/layout/orgChart1"/>
    <dgm:cxn modelId="{8DC71A46-D87B-4DFD-AAB4-1CAFB1A762E9}" srcId="{B1A7A801-402B-45F6-B842-143C44B2E8FB}" destId="{DCFBD3E4-5485-44ED-86C5-5A9B2067963F}" srcOrd="0" destOrd="0" parTransId="{6D5FFB06-38DD-4D19-9987-FEE504A96765}" sibTransId="{B6A9291D-2552-42C9-BB41-91540AE430EC}"/>
    <dgm:cxn modelId="{C334CD4D-B366-4412-9331-1AD85ECE42AB}" type="presOf" srcId="{4D1E9213-EC64-4AFF-98D6-131D9CE9516A}" destId="{ABF874FF-02AC-4284-969A-ACCAFF5958E8}" srcOrd="0" destOrd="0" presId="urn:microsoft.com/office/officeart/2005/8/layout/orgChart1"/>
    <dgm:cxn modelId="{5B975C52-BA85-446B-9BE0-EFDF847ACF2A}" srcId="{DCFBD3E4-5485-44ED-86C5-5A9B2067963F}" destId="{1F6B99B4-F80B-484B-A52C-124D8B78E881}" srcOrd="3" destOrd="0" parTransId="{F004EB0D-6B29-4F9F-B46F-87D1F2E54725}" sibTransId="{7C1CB642-585C-4190-94E7-5DA0833D6C86}"/>
    <dgm:cxn modelId="{7D1FFF59-2D6B-4329-B202-0BA1E5C5DF98}" type="presOf" srcId="{16B7EBD9-91D7-4F42-A6CA-BDDF5F9EA095}" destId="{CF96733F-FD01-461E-BC1B-573B6CD1DA98}" srcOrd="0" destOrd="0" presId="urn:microsoft.com/office/officeart/2005/8/layout/orgChart1"/>
    <dgm:cxn modelId="{A338D05A-BEC1-40E4-8A9D-EB1660A6D71A}" type="presOf" srcId="{A969F038-00ED-4849-94DF-D38421660313}" destId="{9EF228DE-1500-46C7-9FD0-55AA45793129}" srcOrd="0" destOrd="0" presId="urn:microsoft.com/office/officeart/2005/8/layout/orgChart1"/>
    <dgm:cxn modelId="{A60D5384-8DF1-4D90-8785-50F0167AB006}" type="presOf" srcId="{DCFBD3E4-5485-44ED-86C5-5A9B2067963F}" destId="{103B156D-8A2A-45C5-9832-C729DFA606D6}" srcOrd="1" destOrd="0" presId="urn:microsoft.com/office/officeart/2005/8/layout/orgChart1"/>
    <dgm:cxn modelId="{9C0DB584-55BD-4638-8FBB-C6C6C911335D}" type="presOf" srcId="{EB473CC9-875A-4564-92FD-275F45B01077}" destId="{E6AE1975-A008-47B9-A201-EB04992F3E00}" srcOrd="1" destOrd="0" presId="urn:microsoft.com/office/officeart/2005/8/layout/orgChart1"/>
    <dgm:cxn modelId="{C5F1718A-E38E-46FD-B538-5B1BA518BC08}" type="presOf" srcId="{A969F038-00ED-4849-94DF-D38421660313}" destId="{3E0EC372-BCD2-4D08-88C4-45822C4E4A35}" srcOrd="1" destOrd="0" presId="urn:microsoft.com/office/officeart/2005/8/layout/orgChart1"/>
    <dgm:cxn modelId="{BA04D18A-0921-489D-A297-1B0098DE748A}" type="presOf" srcId="{EB473CC9-875A-4564-92FD-275F45B01077}" destId="{76B1899C-ECEC-4C9E-91D2-0537020F336C}" srcOrd="0" destOrd="0" presId="urn:microsoft.com/office/officeart/2005/8/layout/orgChart1"/>
    <dgm:cxn modelId="{E4E00F92-CAF8-48D5-B70F-CC639CA3D4AC}" type="presOf" srcId="{DCFBD3E4-5485-44ED-86C5-5A9B2067963F}" destId="{348DD544-A04A-4BC8-AAD8-E313F829892E}" srcOrd="0" destOrd="0" presId="urn:microsoft.com/office/officeart/2005/8/layout/orgChart1"/>
    <dgm:cxn modelId="{9AB392B1-3209-43DD-96CC-0ABB0DE0991B}" srcId="{DCFBD3E4-5485-44ED-86C5-5A9B2067963F}" destId="{A969F038-00ED-4849-94DF-D38421660313}" srcOrd="0" destOrd="0" parTransId="{16B7EBD9-91D7-4F42-A6CA-BDDF5F9EA095}" sibTransId="{C2045143-3CCE-473F-8CD0-53F5CA345F09}"/>
    <dgm:cxn modelId="{0364C0E6-D6B4-4799-B67C-1367A99FB6A0}" type="presOf" srcId="{D2FE7487-3A70-4D59-A60E-CFC960717E26}" destId="{755B1E21-6238-40E9-8505-3D5D12D920A6}" srcOrd="1" destOrd="0" presId="urn:microsoft.com/office/officeart/2005/8/layout/orgChart1"/>
    <dgm:cxn modelId="{0B13A6ED-8EDB-40F7-BE59-6739E4E6F312}" srcId="{DCFBD3E4-5485-44ED-86C5-5A9B2067963F}" destId="{D2FE7487-3A70-4D59-A60E-CFC960717E26}" srcOrd="1" destOrd="0" parTransId="{4D1E9213-EC64-4AFF-98D6-131D9CE9516A}" sibTransId="{E40418E5-2957-4EF8-9D89-4925E3134A71}"/>
    <dgm:cxn modelId="{5B389993-1783-40FC-8F5B-A26BCDD8B8CD}" type="presParOf" srcId="{8E30DCC1-0130-45FB-9742-F6ECB40329D7}" destId="{BC6B978B-26B8-4F79-996F-EFB1C03E1B48}" srcOrd="0" destOrd="0" presId="urn:microsoft.com/office/officeart/2005/8/layout/orgChart1"/>
    <dgm:cxn modelId="{8FFE1D65-3417-4204-9961-9C799ECEFBC5}" type="presParOf" srcId="{BC6B978B-26B8-4F79-996F-EFB1C03E1B48}" destId="{A4E0378D-E219-4B09-BFB1-80C0B33D6414}" srcOrd="0" destOrd="0" presId="urn:microsoft.com/office/officeart/2005/8/layout/orgChart1"/>
    <dgm:cxn modelId="{0F739762-62FC-488F-A871-CAC2375164FB}" type="presParOf" srcId="{A4E0378D-E219-4B09-BFB1-80C0B33D6414}" destId="{348DD544-A04A-4BC8-AAD8-E313F829892E}" srcOrd="0" destOrd="0" presId="urn:microsoft.com/office/officeart/2005/8/layout/orgChart1"/>
    <dgm:cxn modelId="{5E89C268-5CE9-4E6A-B69D-8DC6A57C23C8}" type="presParOf" srcId="{A4E0378D-E219-4B09-BFB1-80C0B33D6414}" destId="{103B156D-8A2A-45C5-9832-C729DFA606D6}" srcOrd="1" destOrd="0" presId="urn:microsoft.com/office/officeart/2005/8/layout/orgChart1"/>
    <dgm:cxn modelId="{77FED73C-4C37-4318-8454-99B57598C118}" type="presParOf" srcId="{BC6B978B-26B8-4F79-996F-EFB1C03E1B48}" destId="{C82A50D4-C46A-47BA-8318-5D4B7917CF80}" srcOrd="1" destOrd="0" presId="urn:microsoft.com/office/officeart/2005/8/layout/orgChart1"/>
    <dgm:cxn modelId="{CB17161C-3FA6-42D7-85F8-5ABA67DB363C}" type="presParOf" srcId="{C82A50D4-C46A-47BA-8318-5D4B7917CF80}" destId="{CF96733F-FD01-461E-BC1B-573B6CD1DA98}" srcOrd="0" destOrd="0" presId="urn:microsoft.com/office/officeart/2005/8/layout/orgChart1"/>
    <dgm:cxn modelId="{6BD0B2D7-FB26-4A4D-86F6-7522A903997B}" type="presParOf" srcId="{C82A50D4-C46A-47BA-8318-5D4B7917CF80}" destId="{D9D81FBF-0DA7-40F6-8160-EE458B0BCE10}" srcOrd="1" destOrd="0" presId="urn:microsoft.com/office/officeart/2005/8/layout/orgChart1"/>
    <dgm:cxn modelId="{547EF00D-E779-4578-8EA2-6BE9C1A0787B}" type="presParOf" srcId="{D9D81FBF-0DA7-40F6-8160-EE458B0BCE10}" destId="{790CA83D-DB08-45F4-B960-7A04260828DD}" srcOrd="0" destOrd="0" presId="urn:microsoft.com/office/officeart/2005/8/layout/orgChart1"/>
    <dgm:cxn modelId="{84D012ED-81DB-4E26-90B5-23941938262D}" type="presParOf" srcId="{790CA83D-DB08-45F4-B960-7A04260828DD}" destId="{9EF228DE-1500-46C7-9FD0-55AA45793129}" srcOrd="0" destOrd="0" presId="urn:microsoft.com/office/officeart/2005/8/layout/orgChart1"/>
    <dgm:cxn modelId="{FB578924-F466-4543-85FD-81CD3910E805}" type="presParOf" srcId="{790CA83D-DB08-45F4-B960-7A04260828DD}" destId="{3E0EC372-BCD2-4D08-88C4-45822C4E4A35}" srcOrd="1" destOrd="0" presId="urn:microsoft.com/office/officeart/2005/8/layout/orgChart1"/>
    <dgm:cxn modelId="{3F293424-C527-4C32-8748-9CB95F76BE07}" type="presParOf" srcId="{D9D81FBF-0DA7-40F6-8160-EE458B0BCE10}" destId="{98B37CB9-B4E4-489B-B064-60F32616748E}" srcOrd="1" destOrd="0" presId="urn:microsoft.com/office/officeart/2005/8/layout/orgChart1"/>
    <dgm:cxn modelId="{B3B6BDA3-B94F-47AC-ADC0-A45429AE1AF8}" type="presParOf" srcId="{D9D81FBF-0DA7-40F6-8160-EE458B0BCE10}" destId="{7E76BDA3-607B-421D-AB49-FAA9207ADE8A}" srcOrd="2" destOrd="0" presId="urn:microsoft.com/office/officeart/2005/8/layout/orgChart1"/>
    <dgm:cxn modelId="{F96BC30E-C187-4FEE-8938-E818F5DACB0A}" type="presParOf" srcId="{C82A50D4-C46A-47BA-8318-5D4B7917CF80}" destId="{ABF874FF-02AC-4284-969A-ACCAFF5958E8}" srcOrd="2" destOrd="0" presId="urn:microsoft.com/office/officeart/2005/8/layout/orgChart1"/>
    <dgm:cxn modelId="{D94AFC32-EBF8-40D2-97D2-4AFDCF6FF2FA}" type="presParOf" srcId="{C82A50D4-C46A-47BA-8318-5D4B7917CF80}" destId="{85585B14-7B79-4279-9EF9-7FFAAE57E66F}" srcOrd="3" destOrd="0" presId="urn:microsoft.com/office/officeart/2005/8/layout/orgChart1"/>
    <dgm:cxn modelId="{6A35769C-9234-46F3-BD3A-23B8111FA802}" type="presParOf" srcId="{85585B14-7B79-4279-9EF9-7FFAAE57E66F}" destId="{4AE428D1-C59D-4766-AF46-A70BD7E16EC6}" srcOrd="0" destOrd="0" presId="urn:microsoft.com/office/officeart/2005/8/layout/orgChart1"/>
    <dgm:cxn modelId="{7A675195-991C-4E40-89FD-F7EB46F41EB8}" type="presParOf" srcId="{4AE428D1-C59D-4766-AF46-A70BD7E16EC6}" destId="{001153EE-75FB-47AA-9E5D-445164CE4048}" srcOrd="0" destOrd="0" presId="urn:microsoft.com/office/officeart/2005/8/layout/orgChart1"/>
    <dgm:cxn modelId="{73F2429A-347F-4A58-853D-F7498A35246B}" type="presParOf" srcId="{4AE428D1-C59D-4766-AF46-A70BD7E16EC6}" destId="{755B1E21-6238-40E9-8505-3D5D12D920A6}" srcOrd="1" destOrd="0" presId="urn:microsoft.com/office/officeart/2005/8/layout/orgChart1"/>
    <dgm:cxn modelId="{AE8F671C-A48C-4778-9EA1-21CE45DD461B}" type="presParOf" srcId="{85585B14-7B79-4279-9EF9-7FFAAE57E66F}" destId="{00CE796B-DBB5-4754-933C-1E4EF70EF2ED}" srcOrd="1" destOrd="0" presId="urn:microsoft.com/office/officeart/2005/8/layout/orgChart1"/>
    <dgm:cxn modelId="{DF69B30F-6B4B-4155-959C-0718B7AB9046}" type="presParOf" srcId="{85585B14-7B79-4279-9EF9-7FFAAE57E66F}" destId="{84642CDF-E25F-499A-AC16-78FE817A45AF}" srcOrd="2" destOrd="0" presId="urn:microsoft.com/office/officeart/2005/8/layout/orgChart1"/>
    <dgm:cxn modelId="{8DB1E4B8-C205-4601-A29F-982A89307A35}" type="presParOf" srcId="{C82A50D4-C46A-47BA-8318-5D4B7917CF80}" destId="{10B43B52-6E1D-4641-B628-841346970287}" srcOrd="4" destOrd="0" presId="urn:microsoft.com/office/officeart/2005/8/layout/orgChart1"/>
    <dgm:cxn modelId="{86536B82-C01B-4F1F-A65E-D56DF79F5386}" type="presParOf" srcId="{C82A50D4-C46A-47BA-8318-5D4B7917CF80}" destId="{E53B7A38-6D63-413E-BE92-E561F457BD50}" srcOrd="5" destOrd="0" presId="urn:microsoft.com/office/officeart/2005/8/layout/orgChart1"/>
    <dgm:cxn modelId="{AB0B2A82-4D72-45C1-ADD6-8CF10ED732DB}" type="presParOf" srcId="{E53B7A38-6D63-413E-BE92-E561F457BD50}" destId="{26B9D7D4-B562-49E1-8D3A-8D6C11C91B04}" srcOrd="0" destOrd="0" presId="urn:microsoft.com/office/officeart/2005/8/layout/orgChart1"/>
    <dgm:cxn modelId="{64373EF3-E5B2-4A41-A957-837EA2FD0F18}" type="presParOf" srcId="{26B9D7D4-B562-49E1-8D3A-8D6C11C91B04}" destId="{76B1899C-ECEC-4C9E-91D2-0537020F336C}" srcOrd="0" destOrd="0" presId="urn:microsoft.com/office/officeart/2005/8/layout/orgChart1"/>
    <dgm:cxn modelId="{27ACCA14-4D0F-4E65-9A14-E2325F0FE372}" type="presParOf" srcId="{26B9D7D4-B562-49E1-8D3A-8D6C11C91B04}" destId="{E6AE1975-A008-47B9-A201-EB04992F3E00}" srcOrd="1" destOrd="0" presId="urn:microsoft.com/office/officeart/2005/8/layout/orgChart1"/>
    <dgm:cxn modelId="{3D549981-069C-4A01-8218-E4E9E498F79C}" type="presParOf" srcId="{E53B7A38-6D63-413E-BE92-E561F457BD50}" destId="{25DE186F-98F5-4CD5-A2EC-F02643187E76}" srcOrd="1" destOrd="0" presId="urn:microsoft.com/office/officeart/2005/8/layout/orgChart1"/>
    <dgm:cxn modelId="{F1348A68-9AC8-4946-8662-BB23B558A1F3}" type="presParOf" srcId="{E53B7A38-6D63-413E-BE92-E561F457BD50}" destId="{2D3FDB50-5EB1-43B1-A02E-342702244D17}" srcOrd="2" destOrd="0" presId="urn:microsoft.com/office/officeart/2005/8/layout/orgChart1"/>
    <dgm:cxn modelId="{5319D69D-102C-44A1-843B-3F6F4ACFC950}" type="presParOf" srcId="{C82A50D4-C46A-47BA-8318-5D4B7917CF80}" destId="{55068723-06D4-44CD-B410-EE158EC8D2CE}" srcOrd="6" destOrd="0" presId="urn:microsoft.com/office/officeart/2005/8/layout/orgChart1"/>
    <dgm:cxn modelId="{8BD9F9D4-6BED-4144-B717-5E6BB87CA6A6}" type="presParOf" srcId="{C82A50D4-C46A-47BA-8318-5D4B7917CF80}" destId="{8F3B529E-8960-4545-A9BC-8776E1A0D85B}" srcOrd="7" destOrd="0" presId="urn:microsoft.com/office/officeart/2005/8/layout/orgChart1"/>
    <dgm:cxn modelId="{CE03A03A-EE0B-4B15-95E0-61510E83379B}" type="presParOf" srcId="{8F3B529E-8960-4545-A9BC-8776E1A0D85B}" destId="{75F2DBD2-B464-42F2-8FC0-022ED42E7457}" srcOrd="0" destOrd="0" presId="urn:microsoft.com/office/officeart/2005/8/layout/orgChart1"/>
    <dgm:cxn modelId="{0AA1D500-FD72-46C0-ABE4-EC04420ADDAF}" type="presParOf" srcId="{75F2DBD2-B464-42F2-8FC0-022ED42E7457}" destId="{55177F9C-AA94-49AD-91C2-02691E041C49}" srcOrd="0" destOrd="0" presId="urn:microsoft.com/office/officeart/2005/8/layout/orgChart1"/>
    <dgm:cxn modelId="{2ABBF8E1-7FAF-4891-9ACF-19DAEA63DD67}" type="presParOf" srcId="{75F2DBD2-B464-42F2-8FC0-022ED42E7457}" destId="{9C0AD2BC-49E6-492B-BE14-EB298E4C71EC}" srcOrd="1" destOrd="0" presId="urn:microsoft.com/office/officeart/2005/8/layout/orgChart1"/>
    <dgm:cxn modelId="{75421449-FE6E-4841-B8B5-9328912F3C4F}" type="presParOf" srcId="{8F3B529E-8960-4545-A9BC-8776E1A0D85B}" destId="{56B7FF5A-3CCC-4152-AE13-AA0A6090F1C2}" srcOrd="1" destOrd="0" presId="urn:microsoft.com/office/officeart/2005/8/layout/orgChart1"/>
    <dgm:cxn modelId="{82ABADD4-66C9-41DF-A438-A5645833A8BD}" type="presParOf" srcId="{8F3B529E-8960-4545-A9BC-8776E1A0D85B}" destId="{E70879A1-7AA7-4CB0-8C7E-0AF8C2552A4B}" srcOrd="2" destOrd="0" presId="urn:microsoft.com/office/officeart/2005/8/layout/orgChart1"/>
    <dgm:cxn modelId="{8963D8CB-85AA-4458-B158-AB4BDDD4A8F1}" type="presParOf" srcId="{BC6B978B-26B8-4F79-996F-EFB1C03E1B48}" destId="{AB6D9BDF-07DE-468F-8639-21FB338B4FA8}"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A7A801-402B-45F6-B842-143C44B2E8FB}"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GB"/>
        </a:p>
      </dgm:t>
    </dgm:pt>
    <dgm:pt modelId="{A969F038-00ED-4849-94DF-D38421660313}">
      <dgm:prSet phldrT="[Text]" phldr="0"/>
      <dgm:spPr>
        <a:solidFill>
          <a:srgbClr val="A81111"/>
        </a:solidFill>
      </dgm:spPr>
      <dgm:t>
        <a:bodyPr/>
        <a:lstStyle/>
        <a:p>
          <a:r>
            <a:rPr lang="en-GB">
              <a:solidFill>
                <a:schemeClr val="tx1"/>
              </a:solidFill>
              <a:latin typeface="Neue Haas Grotesk Text Pro"/>
            </a:rPr>
            <a:t>General</a:t>
          </a:r>
          <a:endParaRPr lang="en-GB">
            <a:solidFill>
              <a:schemeClr val="tx1"/>
            </a:solidFill>
          </a:endParaRPr>
        </a:p>
      </dgm:t>
    </dgm:pt>
    <dgm:pt modelId="{16B7EBD9-91D7-4F42-A6CA-BDDF5F9EA095}" type="parTrans" cxnId="{9AB392B1-3209-43DD-96CC-0ABB0DE0991B}">
      <dgm:prSet/>
      <dgm:spPr/>
      <dgm:t>
        <a:bodyPr/>
        <a:lstStyle/>
        <a:p>
          <a:endParaRPr lang="en-GB"/>
        </a:p>
      </dgm:t>
    </dgm:pt>
    <dgm:pt modelId="{C2045143-3CCE-473F-8CD0-53F5CA345F09}" type="sibTrans" cxnId="{9AB392B1-3209-43DD-96CC-0ABB0DE0991B}">
      <dgm:prSet/>
      <dgm:spPr/>
      <dgm:t>
        <a:bodyPr/>
        <a:lstStyle/>
        <a:p>
          <a:endParaRPr lang="en-GB"/>
        </a:p>
      </dgm:t>
    </dgm:pt>
    <dgm:pt modelId="{1F6B99B4-F80B-484B-A52C-124D8B78E881}">
      <dgm:prSet phldrT="[Text]" phldr="0"/>
      <dgm:spPr>
        <a:solidFill>
          <a:srgbClr val="A81111"/>
        </a:solidFill>
      </dgm:spPr>
      <dgm:t>
        <a:bodyPr/>
        <a:lstStyle/>
        <a:p>
          <a:pPr rtl="0"/>
          <a:r>
            <a:rPr lang="en-GB">
              <a:solidFill>
                <a:schemeClr val="tx1"/>
              </a:solidFill>
              <a:latin typeface="Neue Haas Grotesk Text Pro"/>
            </a:rPr>
            <a:t>Electric</a:t>
          </a:r>
          <a:endParaRPr lang="en-GB">
            <a:solidFill>
              <a:schemeClr val="tx1"/>
            </a:solidFill>
          </a:endParaRPr>
        </a:p>
      </dgm:t>
    </dgm:pt>
    <dgm:pt modelId="{F004EB0D-6B29-4F9F-B46F-87D1F2E54725}" type="parTrans" cxnId="{5B975C52-BA85-446B-9BE0-EFDF847ACF2A}">
      <dgm:prSet/>
      <dgm:spPr/>
      <dgm:t>
        <a:bodyPr/>
        <a:lstStyle/>
        <a:p>
          <a:endParaRPr lang="en-GB"/>
        </a:p>
      </dgm:t>
    </dgm:pt>
    <dgm:pt modelId="{7C1CB642-585C-4190-94E7-5DA0833D6C86}" type="sibTrans" cxnId="{5B975C52-BA85-446B-9BE0-EFDF847ACF2A}">
      <dgm:prSet/>
      <dgm:spPr/>
      <dgm:t>
        <a:bodyPr/>
        <a:lstStyle/>
        <a:p>
          <a:endParaRPr lang="en-GB"/>
        </a:p>
      </dgm:t>
    </dgm:pt>
    <dgm:pt modelId="{D2FE7487-3A70-4D59-A60E-CFC960717E26}">
      <dgm:prSet phldr="0"/>
      <dgm:spPr>
        <a:solidFill>
          <a:srgbClr val="A81111"/>
        </a:solidFill>
      </dgm:spPr>
      <dgm:t>
        <a:bodyPr/>
        <a:lstStyle/>
        <a:p>
          <a:r>
            <a:rPr lang="en-GB">
              <a:solidFill>
                <a:schemeClr val="tx1"/>
              </a:solidFill>
              <a:latin typeface="Neue Haas Grotesk Text Pro"/>
            </a:rPr>
            <a:t>Hybrid</a:t>
          </a:r>
        </a:p>
      </dgm:t>
    </dgm:pt>
    <dgm:pt modelId="{4D1E9213-EC64-4AFF-98D6-131D9CE9516A}" type="parTrans" cxnId="{0B13A6ED-8EDB-40F7-BE59-6739E4E6F312}">
      <dgm:prSet/>
      <dgm:spPr/>
    </dgm:pt>
    <dgm:pt modelId="{E40418E5-2957-4EF8-9D89-4925E3134A71}" type="sibTrans" cxnId="{0B13A6ED-8EDB-40F7-BE59-6739E4E6F312}">
      <dgm:prSet/>
      <dgm:spPr/>
    </dgm:pt>
    <dgm:pt modelId="{DCFBD3E4-5485-44ED-86C5-5A9B2067963F}">
      <dgm:prSet phldr="0"/>
      <dgm:spPr>
        <a:solidFill>
          <a:srgbClr val="A81111"/>
        </a:solidFill>
      </dgm:spPr>
      <dgm:t>
        <a:bodyPr/>
        <a:lstStyle/>
        <a:p>
          <a:pPr rtl="0"/>
          <a:r>
            <a:rPr lang="en-GB">
              <a:solidFill>
                <a:schemeClr val="tx1"/>
              </a:solidFill>
              <a:latin typeface="Neue Haas Grotesk Text Pro"/>
            </a:rPr>
            <a:t>Fuel Type</a:t>
          </a:r>
        </a:p>
      </dgm:t>
    </dgm:pt>
    <dgm:pt modelId="{6D5FFB06-38DD-4D19-9987-FEE504A96765}" type="parTrans" cxnId="{8DC71A46-D87B-4DFD-AAB4-1CAFB1A762E9}">
      <dgm:prSet/>
      <dgm:spPr/>
    </dgm:pt>
    <dgm:pt modelId="{B6A9291D-2552-42C9-BB41-91540AE430EC}" type="sibTrans" cxnId="{8DC71A46-D87B-4DFD-AAB4-1CAFB1A762E9}">
      <dgm:prSet/>
      <dgm:spPr/>
    </dgm:pt>
    <dgm:pt modelId="{8E30DCC1-0130-45FB-9742-F6ECB40329D7}" type="pres">
      <dgm:prSet presAssocID="{B1A7A801-402B-45F6-B842-143C44B2E8FB}" presName="hierChild1" presStyleCnt="0">
        <dgm:presLayoutVars>
          <dgm:orgChart val="1"/>
          <dgm:chPref val="1"/>
          <dgm:dir/>
          <dgm:animOne val="branch"/>
          <dgm:animLvl val="lvl"/>
          <dgm:resizeHandles/>
        </dgm:presLayoutVars>
      </dgm:prSet>
      <dgm:spPr/>
    </dgm:pt>
    <dgm:pt modelId="{BC6B978B-26B8-4F79-996F-EFB1C03E1B48}" type="pres">
      <dgm:prSet presAssocID="{DCFBD3E4-5485-44ED-86C5-5A9B2067963F}" presName="hierRoot1" presStyleCnt="0">
        <dgm:presLayoutVars>
          <dgm:hierBranch val="init"/>
        </dgm:presLayoutVars>
      </dgm:prSet>
      <dgm:spPr/>
    </dgm:pt>
    <dgm:pt modelId="{A4E0378D-E219-4B09-BFB1-80C0B33D6414}" type="pres">
      <dgm:prSet presAssocID="{DCFBD3E4-5485-44ED-86C5-5A9B2067963F}" presName="rootComposite1" presStyleCnt="0"/>
      <dgm:spPr/>
    </dgm:pt>
    <dgm:pt modelId="{348DD544-A04A-4BC8-AAD8-E313F829892E}" type="pres">
      <dgm:prSet presAssocID="{DCFBD3E4-5485-44ED-86C5-5A9B2067963F}" presName="rootText1" presStyleLbl="node0" presStyleIdx="0" presStyleCnt="1">
        <dgm:presLayoutVars>
          <dgm:chPref val="3"/>
        </dgm:presLayoutVars>
      </dgm:prSet>
      <dgm:spPr>
        <a:solidFill>
          <a:srgbClr val="222B5E"/>
        </a:solidFill>
      </dgm:spPr>
    </dgm:pt>
    <dgm:pt modelId="{103B156D-8A2A-45C5-9832-C729DFA606D6}" type="pres">
      <dgm:prSet presAssocID="{DCFBD3E4-5485-44ED-86C5-5A9B2067963F}" presName="rootConnector1" presStyleLbl="node1" presStyleIdx="0" presStyleCnt="0"/>
      <dgm:spPr/>
    </dgm:pt>
    <dgm:pt modelId="{C82A50D4-C46A-47BA-8318-5D4B7917CF80}" type="pres">
      <dgm:prSet presAssocID="{DCFBD3E4-5485-44ED-86C5-5A9B2067963F}" presName="hierChild2" presStyleCnt="0"/>
      <dgm:spPr/>
    </dgm:pt>
    <dgm:pt modelId="{CF96733F-FD01-461E-BC1B-573B6CD1DA98}" type="pres">
      <dgm:prSet presAssocID="{16B7EBD9-91D7-4F42-A6CA-BDDF5F9EA095}" presName="Name37" presStyleLbl="parChTrans1D2" presStyleIdx="0" presStyleCnt="3"/>
      <dgm:spPr/>
    </dgm:pt>
    <dgm:pt modelId="{D9D81FBF-0DA7-40F6-8160-EE458B0BCE10}" type="pres">
      <dgm:prSet presAssocID="{A969F038-00ED-4849-94DF-D38421660313}" presName="hierRoot2" presStyleCnt="0">
        <dgm:presLayoutVars>
          <dgm:hierBranch val="init"/>
        </dgm:presLayoutVars>
      </dgm:prSet>
      <dgm:spPr/>
    </dgm:pt>
    <dgm:pt modelId="{790CA83D-DB08-45F4-B960-7A04260828DD}" type="pres">
      <dgm:prSet presAssocID="{A969F038-00ED-4849-94DF-D38421660313}" presName="rootComposite" presStyleCnt="0"/>
      <dgm:spPr/>
    </dgm:pt>
    <dgm:pt modelId="{9EF228DE-1500-46C7-9FD0-55AA45793129}" type="pres">
      <dgm:prSet presAssocID="{A969F038-00ED-4849-94DF-D38421660313}" presName="rootText" presStyleLbl="node2" presStyleIdx="0" presStyleCnt="3">
        <dgm:presLayoutVars>
          <dgm:chPref val="3"/>
        </dgm:presLayoutVars>
      </dgm:prSet>
      <dgm:spPr>
        <a:solidFill>
          <a:srgbClr val="222B5E"/>
        </a:solidFill>
      </dgm:spPr>
    </dgm:pt>
    <dgm:pt modelId="{3E0EC372-BCD2-4D08-88C4-45822C4E4A35}" type="pres">
      <dgm:prSet presAssocID="{A969F038-00ED-4849-94DF-D38421660313}" presName="rootConnector" presStyleLbl="node2" presStyleIdx="0" presStyleCnt="3"/>
      <dgm:spPr/>
    </dgm:pt>
    <dgm:pt modelId="{98B37CB9-B4E4-489B-B064-60F32616748E}" type="pres">
      <dgm:prSet presAssocID="{A969F038-00ED-4849-94DF-D38421660313}" presName="hierChild4" presStyleCnt="0"/>
      <dgm:spPr/>
    </dgm:pt>
    <dgm:pt modelId="{7E76BDA3-607B-421D-AB49-FAA9207ADE8A}" type="pres">
      <dgm:prSet presAssocID="{A969F038-00ED-4849-94DF-D38421660313}" presName="hierChild5" presStyleCnt="0"/>
      <dgm:spPr/>
    </dgm:pt>
    <dgm:pt modelId="{ABF874FF-02AC-4284-969A-ACCAFF5958E8}" type="pres">
      <dgm:prSet presAssocID="{4D1E9213-EC64-4AFF-98D6-131D9CE9516A}" presName="Name37" presStyleLbl="parChTrans1D2" presStyleIdx="1" presStyleCnt="3"/>
      <dgm:spPr/>
    </dgm:pt>
    <dgm:pt modelId="{85585B14-7B79-4279-9EF9-7FFAAE57E66F}" type="pres">
      <dgm:prSet presAssocID="{D2FE7487-3A70-4D59-A60E-CFC960717E26}" presName="hierRoot2" presStyleCnt="0">
        <dgm:presLayoutVars>
          <dgm:hierBranch val="init"/>
        </dgm:presLayoutVars>
      </dgm:prSet>
      <dgm:spPr/>
    </dgm:pt>
    <dgm:pt modelId="{4AE428D1-C59D-4766-AF46-A70BD7E16EC6}" type="pres">
      <dgm:prSet presAssocID="{D2FE7487-3A70-4D59-A60E-CFC960717E26}" presName="rootComposite" presStyleCnt="0"/>
      <dgm:spPr/>
    </dgm:pt>
    <dgm:pt modelId="{001153EE-75FB-47AA-9E5D-445164CE4048}" type="pres">
      <dgm:prSet presAssocID="{D2FE7487-3A70-4D59-A60E-CFC960717E26}" presName="rootText" presStyleLbl="node2" presStyleIdx="1" presStyleCnt="3">
        <dgm:presLayoutVars>
          <dgm:chPref val="3"/>
        </dgm:presLayoutVars>
      </dgm:prSet>
      <dgm:spPr>
        <a:solidFill>
          <a:srgbClr val="222B5E"/>
        </a:solidFill>
      </dgm:spPr>
    </dgm:pt>
    <dgm:pt modelId="{755B1E21-6238-40E9-8505-3D5D12D920A6}" type="pres">
      <dgm:prSet presAssocID="{D2FE7487-3A70-4D59-A60E-CFC960717E26}" presName="rootConnector" presStyleLbl="node2" presStyleIdx="1" presStyleCnt="3"/>
      <dgm:spPr/>
    </dgm:pt>
    <dgm:pt modelId="{00CE796B-DBB5-4754-933C-1E4EF70EF2ED}" type="pres">
      <dgm:prSet presAssocID="{D2FE7487-3A70-4D59-A60E-CFC960717E26}" presName="hierChild4" presStyleCnt="0"/>
      <dgm:spPr/>
    </dgm:pt>
    <dgm:pt modelId="{84642CDF-E25F-499A-AC16-78FE817A45AF}" type="pres">
      <dgm:prSet presAssocID="{D2FE7487-3A70-4D59-A60E-CFC960717E26}" presName="hierChild5" presStyleCnt="0"/>
      <dgm:spPr/>
    </dgm:pt>
    <dgm:pt modelId="{55068723-06D4-44CD-B410-EE158EC8D2CE}" type="pres">
      <dgm:prSet presAssocID="{F004EB0D-6B29-4F9F-B46F-87D1F2E54725}" presName="Name37" presStyleLbl="parChTrans1D2" presStyleIdx="2" presStyleCnt="3"/>
      <dgm:spPr/>
    </dgm:pt>
    <dgm:pt modelId="{8F3B529E-8960-4545-A9BC-8776E1A0D85B}" type="pres">
      <dgm:prSet presAssocID="{1F6B99B4-F80B-484B-A52C-124D8B78E881}" presName="hierRoot2" presStyleCnt="0">
        <dgm:presLayoutVars>
          <dgm:hierBranch val="init"/>
        </dgm:presLayoutVars>
      </dgm:prSet>
      <dgm:spPr/>
    </dgm:pt>
    <dgm:pt modelId="{75F2DBD2-B464-42F2-8FC0-022ED42E7457}" type="pres">
      <dgm:prSet presAssocID="{1F6B99B4-F80B-484B-A52C-124D8B78E881}" presName="rootComposite" presStyleCnt="0"/>
      <dgm:spPr/>
    </dgm:pt>
    <dgm:pt modelId="{55177F9C-AA94-49AD-91C2-02691E041C49}" type="pres">
      <dgm:prSet presAssocID="{1F6B99B4-F80B-484B-A52C-124D8B78E881}" presName="rootText" presStyleLbl="node2" presStyleIdx="2" presStyleCnt="3">
        <dgm:presLayoutVars>
          <dgm:chPref val="3"/>
        </dgm:presLayoutVars>
      </dgm:prSet>
      <dgm:spPr>
        <a:solidFill>
          <a:srgbClr val="222B5E"/>
        </a:solidFill>
      </dgm:spPr>
    </dgm:pt>
    <dgm:pt modelId="{9C0AD2BC-49E6-492B-BE14-EB298E4C71EC}" type="pres">
      <dgm:prSet presAssocID="{1F6B99B4-F80B-484B-A52C-124D8B78E881}" presName="rootConnector" presStyleLbl="node2" presStyleIdx="2" presStyleCnt="3"/>
      <dgm:spPr/>
    </dgm:pt>
    <dgm:pt modelId="{56B7FF5A-3CCC-4152-AE13-AA0A6090F1C2}" type="pres">
      <dgm:prSet presAssocID="{1F6B99B4-F80B-484B-A52C-124D8B78E881}" presName="hierChild4" presStyleCnt="0"/>
      <dgm:spPr/>
    </dgm:pt>
    <dgm:pt modelId="{E70879A1-7AA7-4CB0-8C7E-0AF8C2552A4B}" type="pres">
      <dgm:prSet presAssocID="{1F6B99B4-F80B-484B-A52C-124D8B78E881}" presName="hierChild5" presStyleCnt="0"/>
      <dgm:spPr/>
    </dgm:pt>
    <dgm:pt modelId="{AB6D9BDF-07DE-468F-8639-21FB338B4FA8}" type="pres">
      <dgm:prSet presAssocID="{DCFBD3E4-5485-44ED-86C5-5A9B2067963F}" presName="hierChild3" presStyleCnt="0"/>
      <dgm:spPr/>
    </dgm:pt>
  </dgm:ptLst>
  <dgm:cxnLst>
    <dgm:cxn modelId="{60F12D04-8444-43E3-B2F5-C8FF987A55AC}" type="presOf" srcId="{A969F038-00ED-4849-94DF-D38421660313}" destId="{3E0EC372-BCD2-4D08-88C4-45822C4E4A35}" srcOrd="1" destOrd="0" presId="urn:microsoft.com/office/officeart/2005/8/layout/orgChart1"/>
    <dgm:cxn modelId="{B4D9820B-A921-4132-B1B2-DCC9D7612075}" type="presOf" srcId="{DCFBD3E4-5485-44ED-86C5-5A9B2067963F}" destId="{103B156D-8A2A-45C5-9832-C729DFA606D6}" srcOrd="1" destOrd="0" presId="urn:microsoft.com/office/officeart/2005/8/layout/orgChart1"/>
    <dgm:cxn modelId="{572B860B-D22E-4E5B-9E16-61C899D2DB55}" type="presOf" srcId="{F004EB0D-6B29-4F9F-B46F-87D1F2E54725}" destId="{55068723-06D4-44CD-B410-EE158EC8D2CE}" srcOrd="0" destOrd="0" presId="urn:microsoft.com/office/officeart/2005/8/layout/orgChart1"/>
    <dgm:cxn modelId="{EBB52435-B2F4-4833-8F55-183A998BE119}" type="presOf" srcId="{DCFBD3E4-5485-44ED-86C5-5A9B2067963F}" destId="{348DD544-A04A-4BC8-AAD8-E313F829892E}" srcOrd="0" destOrd="0" presId="urn:microsoft.com/office/officeart/2005/8/layout/orgChart1"/>
    <dgm:cxn modelId="{1A65DD3E-CAE1-4435-BDAF-71044C29026A}" type="presOf" srcId="{1F6B99B4-F80B-484B-A52C-124D8B78E881}" destId="{55177F9C-AA94-49AD-91C2-02691E041C49}" srcOrd="0" destOrd="0" presId="urn:microsoft.com/office/officeart/2005/8/layout/orgChart1"/>
    <dgm:cxn modelId="{765D335E-1F15-4E0A-9281-ECEF8901677C}" type="presOf" srcId="{B1A7A801-402B-45F6-B842-143C44B2E8FB}" destId="{8E30DCC1-0130-45FB-9742-F6ECB40329D7}" srcOrd="0" destOrd="0" presId="urn:microsoft.com/office/officeart/2005/8/layout/orgChart1"/>
    <dgm:cxn modelId="{8DC71A46-D87B-4DFD-AAB4-1CAFB1A762E9}" srcId="{B1A7A801-402B-45F6-B842-143C44B2E8FB}" destId="{DCFBD3E4-5485-44ED-86C5-5A9B2067963F}" srcOrd="0" destOrd="0" parTransId="{6D5FFB06-38DD-4D19-9987-FEE504A96765}" sibTransId="{B6A9291D-2552-42C9-BB41-91540AE430EC}"/>
    <dgm:cxn modelId="{A099A74C-BF2F-46FA-A2D5-7933CB8C4F26}" type="presOf" srcId="{A969F038-00ED-4849-94DF-D38421660313}" destId="{9EF228DE-1500-46C7-9FD0-55AA45793129}" srcOrd="0" destOrd="0" presId="urn:microsoft.com/office/officeart/2005/8/layout/orgChart1"/>
    <dgm:cxn modelId="{5B975C52-BA85-446B-9BE0-EFDF847ACF2A}" srcId="{DCFBD3E4-5485-44ED-86C5-5A9B2067963F}" destId="{1F6B99B4-F80B-484B-A52C-124D8B78E881}" srcOrd="2" destOrd="0" parTransId="{F004EB0D-6B29-4F9F-B46F-87D1F2E54725}" sibTransId="{7C1CB642-585C-4190-94E7-5DA0833D6C86}"/>
    <dgm:cxn modelId="{5EA2657B-15AB-40CB-89FB-3A8AE0BEDBE4}" type="presOf" srcId="{D2FE7487-3A70-4D59-A60E-CFC960717E26}" destId="{755B1E21-6238-40E9-8505-3D5D12D920A6}" srcOrd="1" destOrd="0" presId="urn:microsoft.com/office/officeart/2005/8/layout/orgChart1"/>
    <dgm:cxn modelId="{A08BABA3-5510-4AD0-99F0-F81DDA95C3B2}" type="presOf" srcId="{D2FE7487-3A70-4D59-A60E-CFC960717E26}" destId="{001153EE-75FB-47AA-9E5D-445164CE4048}" srcOrd="0" destOrd="0" presId="urn:microsoft.com/office/officeart/2005/8/layout/orgChart1"/>
    <dgm:cxn modelId="{9AB392B1-3209-43DD-96CC-0ABB0DE0991B}" srcId="{DCFBD3E4-5485-44ED-86C5-5A9B2067963F}" destId="{A969F038-00ED-4849-94DF-D38421660313}" srcOrd="0" destOrd="0" parTransId="{16B7EBD9-91D7-4F42-A6CA-BDDF5F9EA095}" sibTransId="{C2045143-3CCE-473F-8CD0-53F5CA345F09}"/>
    <dgm:cxn modelId="{F059AAB8-937D-4768-B1F8-C3C27E802E23}" type="presOf" srcId="{16B7EBD9-91D7-4F42-A6CA-BDDF5F9EA095}" destId="{CF96733F-FD01-461E-BC1B-573B6CD1DA98}" srcOrd="0" destOrd="0" presId="urn:microsoft.com/office/officeart/2005/8/layout/orgChart1"/>
    <dgm:cxn modelId="{EE6107EC-A3E5-4421-AF0D-9BC845952A75}" type="presOf" srcId="{4D1E9213-EC64-4AFF-98D6-131D9CE9516A}" destId="{ABF874FF-02AC-4284-969A-ACCAFF5958E8}" srcOrd="0" destOrd="0" presId="urn:microsoft.com/office/officeart/2005/8/layout/orgChart1"/>
    <dgm:cxn modelId="{0B13A6ED-8EDB-40F7-BE59-6739E4E6F312}" srcId="{DCFBD3E4-5485-44ED-86C5-5A9B2067963F}" destId="{D2FE7487-3A70-4D59-A60E-CFC960717E26}" srcOrd="1" destOrd="0" parTransId="{4D1E9213-EC64-4AFF-98D6-131D9CE9516A}" sibTransId="{E40418E5-2957-4EF8-9D89-4925E3134A71}"/>
    <dgm:cxn modelId="{A86D75F6-0071-492D-818A-F105711F7B92}" type="presOf" srcId="{1F6B99B4-F80B-484B-A52C-124D8B78E881}" destId="{9C0AD2BC-49E6-492B-BE14-EB298E4C71EC}" srcOrd="1" destOrd="0" presId="urn:microsoft.com/office/officeart/2005/8/layout/orgChart1"/>
    <dgm:cxn modelId="{5B389993-1783-40FC-8F5B-A26BCDD8B8CD}" type="presParOf" srcId="{8E30DCC1-0130-45FB-9742-F6ECB40329D7}" destId="{BC6B978B-26B8-4F79-996F-EFB1C03E1B48}" srcOrd="0" destOrd="0" presId="urn:microsoft.com/office/officeart/2005/8/layout/orgChart1"/>
    <dgm:cxn modelId="{268FD57A-7BD0-4B11-B0C5-84028945A0B3}" type="presParOf" srcId="{BC6B978B-26B8-4F79-996F-EFB1C03E1B48}" destId="{A4E0378D-E219-4B09-BFB1-80C0B33D6414}" srcOrd="0" destOrd="0" presId="urn:microsoft.com/office/officeart/2005/8/layout/orgChart1"/>
    <dgm:cxn modelId="{1015F79B-82A6-4822-9609-A9783D9A3388}" type="presParOf" srcId="{A4E0378D-E219-4B09-BFB1-80C0B33D6414}" destId="{348DD544-A04A-4BC8-AAD8-E313F829892E}" srcOrd="0" destOrd="0" presId="urn:microsoft.com/office/officeart/2005/8/layout/orgChart1"/>
    <dgm:cxn modelId="{B2909B76-0820-4E6C-9DD6-F0D368F54739}" type="presParOf" srcId="{A4E0378D-E219-4B09-BFB1-80C0B33D6414}" destId="{103B156D-8A2A-45C5-9832-C729DFA606D6}" srcOrd="1" destOrd="0" presId="urn:microsoft.com/office/officeart/2005/8/layout/orgChart1"/>
    <dgm:cxn modelId="{AF1E938A-593C-450C-8EA0-865963EB5AE9}" type="presParOf" srcId="{BC6B978B-26B8-4F79-996F-EFB1C03E1B48}" destId="{C82A50D4-C46A-47BA-8318-5D4B7917CF80}" srcOrd="1" destOrd="0" presId="urn:microsoft.com/office/officeart/2005/8/layout/orgChart1"/>
    <dgm:cxn modelId="{466808A9-5D99-4C42-8807-B42358CA7348}" type="presParOf" srcId="{C82A50D4-C46A-47BA-8318-5D4B7917CF80}" destId="{CF96733F-FD01-461E-BC1B-573B6CD1DA98}" srcOrd="0" destOrd="0" presId="urn:microsoft.com/office/officeart/2005/8/layout/orgChart1"/>
    <dgm:cxn modelId="{1DC0FBCE-5446-47B7-8049-713DDF0DCD3C}" type="presParOf" srcId="{C82A50D4-C46A-47BA-8318-5D4B7917CF80}" destId="{D9D81FBF-0DA7-40F6-8160-EE458B0BCE10}" srcOrd="1" destOrd="0" presId="urn:microsoft.com/office/officeart/2005/8/layout/orgChart1"/>
    <dgm:cxn modelId="{30474782-D023-4154-9772-CA6069508E43}" type="presParOf" srcId="{D9D81FBF-0DA7-40F6-8160-EE458B0BCE10}" destId="{790CA83D-DB08-45F4-B960-7A04260828DD}" srcOrd="0" destOrd="0" presId="urn:microsoft.com/office/officeart/2005/8/layout/orgChart1"/>
    <dgm:cxn modelId="{0AB6499A-9F21-4AAC-B9D9-ECA1F598807B}" type="presParOf" srcId="{790CA83D-DB08-45F4-B960-7A04260828DD}" destId="{9EF228DE-1500-46C7-9FD0-55AA45793129}" srcOrd="0" destOrd="0" presId="urn:microsoft.com/office/officeart/2005/8/layout/orgChart1"/>
    <dgm:cxn modelId="{F8AC2FDD-51FD-48D7-8639-EDAB2EFCDD96}" type="presParOf" srcId="{790CA83D-DB08-45F4-B960-7A04260828DD}" destId="{3E0EC372-BCD2-4D08-88C4-45822C4E4A35}" srcOrd="1" destOrd="0" presId="urn:microsoft.com/office/officeart/2005/8/layout/orgChart1"/>
    <dgm:cxn modelId="{B4850724-5C52-468C-AB69-63C88FACEADF}" type="presParOf" srcId="{D9D81FBF-0DA7-40F6-8160-EE458B0BCE10}" destId="{98B37CB9-B4E4-489B-B064-60F32616748E}" srcOrd="1" destOrd="0" presId="urn:microsoft.com/office/officeart/2005/8/layout/orgChart1"/>
    <dgm:cxn modelId="{BD264A1E-B99D-489A-A351-D1770D1EA937}" type="presParOf" srcId="{D9D81FBF-0DA7-40F6-8160-EE458B0BCE10}" destId="{7E76BDA3-607B-421D-AB49-FAA9207ADE8A}" srcOrd="2" destOrd="0" presId="urn:microsoft.com/office/officeart/2005/8/layout/orgChart1"/>
    <dgm:cxn modelId="{878F4D2D-AF29-4453-8B6F-AD29F149345E}" type="presParOf" srcId="{C82A50D4-C46A-47BA-8318-5D4B7917CF80}" destId="{ABF874FF-02AC-4284-969A-ACCAFF5958E8}" srcOrd="2" destOrd="0" presId="urn:microsoft.com/office/officeart/2005/8/layout/orgChart1"/>
    <dgm:cxn modelId="{9A109928-C37D-46D8-8B72-22C5579BD2FF}" type="presParOf" srcId="{C82A50D4-C46A-47BA-8318-5D4B7917CF80}" destId="{85585B14-7B79-4279-9EF9-7FFAAE57E66F}" srcOrd="3" destOrd="0" presId="urn:microsoft.com/office/officeart/2005/8/layout/orgChart1"/>
    <dgm:cxn modelId="{E86ED19B-1F3E-4406-A18B-E467D405C5D4}" type="presParOf" srcId="{85585B14-7B79-4279-9EF9-7FFAAE57E66F}" destId="{4AE428D1-C59D-4766-AF46-A70BD7E16EC6}" srcOrd="0" destOrd="0" presId="urn:microsoft.com/office/officeart/2005/8/layout/orgChart1"/>
    <dgm:cxn modelId="{4F3572C4-454B-4B1A-9489-35A88C791914}" type="presParOf" srcId="{4AE428D1-C59D-4766-AF46-A70BD7E16EC6}" destId="{001153EE-75FB-47AA-9E5D-445164CE4048}" srcOrd="0" destOrd="0" presId="urn:microsoft.com/office/officeart/2005/8/layout/orgChart1"/>
    <dgm:cxn modelId="{55B1617F-336C-413B-8B51-5971F902E240}" type="presParOf" srcId="{4AE428D1-C59D-4766-AF46-A70BD7E16EC6}" destId="{755B1E21-6238-40E9-8505-3D5D12D920A6}" srcOrd="1" destOrd="0" presId="urn:microsoft.com/office/officeart/2005/8/layout/orgChart1"/>
    <dgm:cxn modelId="{5B3D9C59-3B40-4639-8C48-77BF8DAD9122}" type="presParOf" srcId="{85585B14-7B79-4279-9EF9-7FFAAE57E66F}" destId="{00CE796B-DBB5-4754-933C-1E4EF70EF2ED}" srcOrd="1" destOrd="0" presId="urn:microsoft.com/office/officeart/2005/8/layout/orgChart1"/>
    <dgm:cxn modelId="{A6A69970-B672-4ED2-A9F6-5026DB59B772}" type="presParOf" srcId="{85585B14-7B79-4279-9EF9-7FFAAE57E66F}" destId="{84642CDF-E25F-499A-AC16-78FE817A45AF}" srcOrd="2" destOrd="0" presId="urn:microsoft.com/office/officeart/2005/8/layout/orgChart1"/>
    <dgm:cxn modelId="{EE98D0B8-5F7B-4ABC-B1CB-51D1C1B24ED5}" type="presParOf" srcId="{C82A50D4-C46A-47BA-8318-5D4B7917CF80}" destId="{55068723-06D4-44CD-B410-EE158EC8D2CE}" srcOrd="4" destOrd="0" presId="urn:microsoft.com/office/officeart/2005/8/layout/orgChart1"/>
    <dgm:cxn modelId="{AF97DF9F-252D-4135-8F6D-F6E030C8D73C}" type="presParOf" srcId="{C82A50D4-C46A-47BA-8318-5D4B7917CF80}" destId="{8F3B529E-8960-4545-A9BC-8776E1A0D85B}" srcOrd="5" destOrd="0" presId="urn:microsoft.com/office/officeart/2005/8/layout/orgChart1"/>
    <dgm:cxn modelId="{328D3D9D-834F-460B-B111-40E136147EEC}" type="presParOf" srcId="{8F3B529E-8960-4545-A9BC-8776E1A0D85B}" destId="{75F2DBD2-B464-42F2-8FC0-022ED42E7457}" srcOrd="0" destOrd="0" presId="urn:microsoft.com/office/officeart/2005/8/layout/orgChart1"/>
    <dgm:cxn modelId="{A6AA685E-0335-4E13-A009-4E72DC24A36F}" type="presParOf" srcId="{75F2DBD2-B464-42F2-8FC0-022ED42E7457}" destId="{55177F9C-AA94-49AD-91C2-02691E041C49}" srcOrd="0" destOrd="0" presId="urn:microsoft.com/office/officeart/2005/8/layout/orgChart1"/>
    <dgm:cxn modelId="{C4160A75-4B69-44DE-A2B5-7301B5B2C8B4}" type="presParOf" srcId="{75F2DBD2-B464-42F2-8FC0-022ED42E7457}" destId="{9C0AD2BC-49E6-492B-BE14-EB298E4C71EC}" srcOrd="1" destOrd="0" presId="urn:microsoft.com/office/officeart/2005/8/layout/orgChart1"/>
    <dgm:cxn modelId="{94AF9A72-9C4F-404F-B67A-B8CF4B34DF0A}" type="presParOf" srcId="{8F3B529E-8960-4545-A9BC-8776E1A0D85B}" destId="{56B7FF5A-3CCC-4152-AE13-AA0A6090F1C2}" srcOrd="1" destOrd="0" presId="urn:microsoft.com/office/officeart/2005/8/layout/orgChart1"/>
    <dgm:cxn modelId="{78200C19-3ACD-4804-B795-D94E50829574}" type="presParOf" srcId="{8F3B529E-8960-4545-A9BC-8776E1A0D85B}" destId="{E70879A1-7AA7-4CB0-8C7E-0AF8C2552A4B}" srcOrd="2" destOrd="0" presId="urn:microsoft.com/office/officeart/2005/8/layout/orgChart1"/>
    <dgm:cxn modelId="{273BA707-52D9-458B-84B8-923AB291CA76}" type="presParOf" srcId="{BC6B978B-26B8-4F79-996F-EFB1C03E1B48}" destId="{AB6D9BDF-07DE-468F-8639-21FB338B4FA8}" srcOrd="2" destOrd="0" presId="urn:microsoft.com/office/officeart/2005/8/layout/orgChar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C19711-B141-4AEE-9913-1841D93E9A9A}" type="doc">
      <dgm:prSet loTypeId="urn:microsoft.com/office/officeart/2005/8/layout/chevron2" loCatId="process" qsTypeId="urn:microsoft.com/office/officeart/2005/8/quickstyle/simple1" qsCatId="simple" csTypeId="urn:microsoft.com/office/officeart/2005/8/colors/accent0_1" csCatId="mainScheme" phldr="1"/>
      <dgm:spPr/>
      <dgm:t>
        <a:bodyPr/>
        <a:lstStyle/>
        <a:p>
          <a:endParaRPr lang="en-GB"/>
        </a:p>
      </dgm:t>
    </dgm:pt>
    <dgm:pt modelId="{69A66C3C-6193-4D33-96B2-33B8B62276DE}">
      <dgm:prSet phldrT="[Text]" phldr="0"/>
      <dgm:spPr>
        <a:solidFill>
          <a:srgbClr val="AC292A"/>
        </a:solidFill>
      </dgm:spPr>
      <dgm:t>
        <a:bodyPr/>
        <a:lstStyle/>
        <a:p>
          <a:r>
            <a:rPr lang="en-GB" b="1">
              <a:solidFill>
                <a:schemeClr val="tx1"/>
              </a:solidFill>
              <a:latin typeface="Neue Haas Grotesk Text Pro"/>
            </a:rPr>
            <a:t>Seller/Autotrader </a:t>
          </a:r>
          <a:r>
            <a:rPr lang="en-GB" b="1" i="0">
              <a:solidFill>
                <a:schemeClr val="tx1"/>
              </a:solidFill>
              <a:latin typeface="Neue Haas Grotesk Text Pro"/>
              <a:cs typeface="Arial"/>
            </a:rPr>
            <a:t> </a:t>
          </a:r>
          <a:r>
            <a:rPr lang="en-GB" b="1" i="1">
              <a:solidFill>
                <a:schemeClr val="tx1"/>
              </a:solidFill>
              <a:latin typeface="Arial"/>
              <a:cs typeface="Arial"/>
            </a:rPr>
            <a:t>Features</a:t>
          </a:r>
          <a:endParaRPr lang="en-GB" b="1" i="0">
            <a:solidFill>
              <a:schemeClr val="tx1"/>
            </a:solidFill>
            <a:latin typeface="Neue Haas Grotesk Text Pro"/>
            <a:cs typeface="Arial"/>
          </a:endParaRPr>
        </a:p>
      </dgm:t>
    </dgm:pt>
    <dgm:pt modelId="{AE7CB139-A16F-4D77-9E00-011C3A45CA85}" type="parTrans" cxnId="{583EBBB9-F9A2-48CC-ADF4-2AD4A06D3B87}">
      <dgm:prSet/>
      <dgm:spPr/>
      <dgm:t>
        <a:bodyPr/>
        <a:lstStyle/>
        <a:p>
          <a:endParaRPr lang="en-GB"/>
        </a:p>
      </dgm:t>
    </dgm:pt>
    <dgm:pt modelId="{04678D06-ED94-452C-815C-C054CAE14079}" type="sibTrans" cxnId="{583EBBB9-F9A2-48CC-ADF4-2AD4A06D3B87}">
      <dgm:prSet/>
      <dgm:spPr/>
      <dgm:t>
        <a:bodyPr/>
        <a:lstStyle/>
        <a:p>
          <a:endParaRPr lang="en-GB"/>
        </a:p>
      </dgm:t>
    </dgm:pt>
    <dgm:pt modelId="{8738BBBA-DC32-4048-B033-EDFC66D78E70}">
      <dgm:prSet phldrT="[Text]" phldr="0"/>
      <dgm:spPr>
        <a:solidFill>
          <a:schemeClr val="tx1"/>
        </a:solidFill>
      </dgm:spPr>
      <dgm:t>
        <a:bodyPr/>
        <a:lstStyle/>
        <a:p>
          <a:pPr rtl="0"/>
          <a:r>
            <a:rPr lang="en-US" i="1">
              <a:latin typeface="Arial"/>
              <a:cs typeface="Arial"/>
            </a:rPr>
            <a:t>Stock item id</a:t>
          </a:r>
        </a:p>
      </dgm:t>
    </dgm:pt>
    <dgm:pt modelId="{D1420622-4139-4C8B-BFF0-251A634F930F}" type="parTrans" cxnId="{DD66CCB1-F26F-46F1-A845-F3787634843D}">
      <dgm:prSet/>
      <dgm:spPr/>
      <dgm:t>
        <a:bodyPr/>
        <a:lstStyle/>
        <a:p>
          <a:endParaRPr lang="en-GB"/>
        </a:p>
      </dgm:t>
    </dgm:pt>
    <dgm:pt modelId="{9B013499-94CC-4D06-850E-F35B781C1E15}" type="sibTrans" cxnId="{DD66CCB1-F26F-46F1-A845-F3787634843D}">
      <dgm:prSet/>
      <dgm:spPr/>
      <dgm:t>
        <a:bodyPr/>
        <a:lstStyle/>
        <a:p>
          <a:endParaRPr lang="en-GB"/>
        </a:p>
      </dgm:t>
    </dgm:pt>
    <dgm:pt modelId="{AF0EB514-BAC6-4899-9457-E2AAC6D7456D}">
      <dgm:prSet phldrT="[Text]" phldr="0"/>
      <dgm:spPr/>
      <dgm:t>
        <a:bodyPr/>
        <a:lstStyle/>
        <a:p>
          <a:pPr rtl="0"/>
          <a:r>
            <a:rPr lang="en-GB">
              <a:latin typeface="Neue Haas Grotesk Text Pro"/>
            </a:rPr>
            <a:t>Last Date Seen</a:t>
          </a:r>
          <a:endParaRPr lang="en-GB"/>
        </a:p>
      </dgm:t>
    </dgm:pt>
    <dgm:pt modelId="{F2C2B3B5-241F-412D-A5B2-2768E4616C14}" type="parTrans" cxnId="{C1921CEE-5569-4530-9A93-AD2E7945B97D}">
      <dgm:prSet/>
      <dgm:spPr/>
      <dgm:t>
        <a:bodyPr/>
        <a:lstStyle/>
        <a:p>
          <a:endParaRPr lang="en-GB"/>
        </a:p>
      </dgm:t>
    </dgm:pt>
    <dgm:pt modelId="{05B4B778-A483-499F-8DD7-E82AC7981FDD}" type="sibTrans" cxnId="{C1921CEE-5569-4530-9A93-AD2E7945B97D}">
      <dgm:prSet/>
      <dgm:spPr/>
      <dgm:t>
        <a:bodyPr/>
        <a:lstStyle/>
        <a:p>
          <a:endParaRPr lang="en-GB"/>
        </a:p>
      </dgm:t>
    </dgm:pt>
    <dgm:pt modelId="{3903F1BF-5392-4EE7-BF34-88E84E3FB078}">
      <dgm:prSet phldr="0"/>
      <dgm:spPr/>
      <dgm:t>
        <a:bodyPr/>
        <a:lstStyle/>
        <a:p>
          <a:pPr rtl="0"/>
          <a:r>
            <a:rPr lang="en-GB">
              <a:latin typeface="Neue Haas Grotesk Text Pro"/>
            </a:rPr>
            <a:t>First Date Seen</a:t>
          </a:r>
        </a:p>
      </dgm:t>
    </dgm:pt>
    <dgm:pt modelId="{12E6706D-9F10-45E6-A579-830BAEE3E565}" type="parTrans" cxnId="{9D188F55-CD46-434E-AF2B-338B69F41B35}">
      <dgm:prSet/>
      <dgm:spPr/>
    </dgm:pt>
    <dgm:pt modelId="{AE587266-C703-4B58-835D-14C37FFBFA4E}" type="sibTrans" cxnId="{9D188F55-CD46-434E-AF2B-338B69F41B35}">
      <dgm:prSet/>
      <dgm:spPr/>
    </dgm:pt>
    <dgm:pt modelId="{82654557-42C6-46ED-BCAD-4AB03195E11D}">
      <dgm:prSet phldr="0"/>
      <dgm:spPr/>
      <dgm:t>
        <a:bodyPr/>
        <a:lstStyle/>
        <a:p>
          <a:pPr rtl="0"/>
          <a:r>
            <a:rPr lang="en-GB">
              <a:latin typeface="Neue Haas Grotesk Text Pro"/>
            </a:rPr>
            <a:t>Can Home Deliver</a:t>
          </a:r>
        </a:p>
      </dgm:t>
    </dgm:pt>
    <dgm:pt modelId="{8D49E410-157B-4057-9B5D-2B0F54C7F516}" type="parTrans" cxnId="{7C98848B-BBE5-44A1-A437-C933D386BD1D}">
      <dgm:prSet/>
      <dgm:spPr/>
    </dgm:pt>
    <dgm:pt modelId="{F37473ED-6430-4F58-A61D-757B1634A3CF}" type="sibTrans" cxnId="{7C98848B-BBE5-44A1-A437-C933D386BD1D}">
      <dgm:prSet/>
      <dgm:spPr/>
    </dgm:pt>
    <dgm:pt modelId="{C4A9C553-6F64-4BBD-ADD8-28BCB7625C76}">
      <dgm:prSet phldr="0"/>
      <dgm:spPr/>
      <dgm:t>
        <a:bodyPr/>
        <a:lstStyle/>
        <a:p>
          <a:pPr rtl="0"/>
          <a:r>
            <a:rPr lang="en-GB">
              <a:latin typeface="Neue Haas Grotesk Text Pro"/>
            </a:rPr>
            <a:t>Reviews per 100 advertised</a:t>
          </a:r>
        </a:p>
      </dgm:t>
    </dgm:pt>
    <dgm:pt modelId="{177B9B55-A206-436E-B0B3-64448AC48718}" type="parTrans" cxnId="{8BEEE2A7-2E81-48FC-A6E2-557076AB95FC}">
      <dgm:prSet/>
      <dgm:spPr/>
    </dgm:pt>
    <dgm:pt modelId="{EFE6AE46-CE51-4338-A86E-9679965A2AAF}" type="sibTrans" cxnId="{8BEEE2A7-2E81-48FC-A6E2-557076AB95FC}">
      <dgm:prSet/>
      <dgm:spPr/>
    </dgm:pt>
    <dgm:pt modelId="{020B08C8-47F6-4D19-A264-6462F67ECBD8}">
      <dgm:prSet phldr="0"/>
      <dgm:spPr/>
      <dgm:t>
        <a:bodyPr/>
        <a:lstStyle/>
        <a:p>
          <a:r>
            <a:rPr lang="en-GB">
              <a:latin typeface="Neue Haas Grotesk Text Pro"/>
            </a:rPr>
            <a:t>Segment</a:t>
          </a:r>
        </a:p>
      </dgm:t>
    </dgm:pt>
    <dgm:pt modelId="{D984541B-D0E9-4D6A-860B-838372947462}" type="parTrans" cxnId="{02066DB3-39F7-49AA-9FDB-DBDF568CEA82}">
      <dgm:prSet/>
      <dgm:spPr/>
    </dgm:pt>
    <dgm:pt modelId="{916779EF-B27C-4720-9E66-6D7A18720BB7}" type="sibTrans" cxnId="{02066DB3-39F7-49AA-9FDB-DBDF568CEA82}">
      <dgm:prSet/>
      <dgm:spPr/>
    </dgm:pt>
    <dgm:pt modelId="{CF6D620D-EB59-4F38-BE15-C9FD91499877}">
      <dgm:prSet phldr="0"/>
      <dgm:spPr/>
      <dgm:t>
        <a:bodyPr/>
        <a:lstStyle/>
        <a:p>
          <a:pPr rtl="0"/>
          <a:r>
            <a:rPr lang="en-GB">
              <a:latin typeface="Neue Haas Grotesk Text Pro"/>
            </a:rPr>
            <a:t>Derivative id</a:t>
          </a:r>
        </a:p>
      </dgm:t>
    </dgm:pt>
    <dgm:pt modelId="{BFE519D0-B132-4D6A-88A5-A3690104A387}" type="parTrans" cxnId="{36C6DB22-841E-467A-975B-E33F8647D461}">
      <dgm:prSet/>
      <dgm:spPr/>
    </dgm:pt>
    <dgm:pt modelId="{F8CEB706-B1D1-4A24-B3F2-8A055CCD8BE4}" type="sibTrans" cxnId="{36C6DB22-841E-467A-975B-E33F8647D461}">
      <dgm:prSet/>
      <dgm:spPr/>
    </dgm:pt>
    <dgm:pt modelId="{94166965-9D2A-49DC-B0CF-EB3949AB86F1}">
      <dgm:prSet phldr="0"/>
      <dgm:spPr/>
      <dgm:t>
        <a:bodyPr/>
        <a:lstStyle/>
        <a:p>
          <a:pPr rtl="0"/>
          <a:r>
            <a:rPr lang="en-GB">
              <a:latin typeface="Neue Haas Grotesk Text Pro"/>
            </a:rPr>
            <a:t>Manufacturer Approved</a:t>
          </a:r>
        </a:p>
      </dgm:t>
    </dgm:pt>
    <dgm:pt modelId="{AB1250FA-705E-4BE8-916B-8A5BBB7E9071}" type="parTrans" cxnId="{3592ADEF-F43B-4BF0-8579-9F0B14D6D2FF}">
      <dgm:prSet/>
      <dgm:spPr/>
    </dgm:pt>
    <dgm:pt modelId="{ABA6B824-0D7F-47E5-B1E8-90436C1BEA69}" type="sibTrans" cxnId="{3592ADEF-F43B-4BF0-8579-9F0B14D6D2FF}">
      <dgm:prSet/>
      <dgm:spPr/>
    </dgm:pt>
    <dgm:pt modelId="{F05647C6-92DA-4A20-A397-86F825692E66}">
      <dgm:prSet phldr="0"/>
      <dgm:spPr/>
      <dgm:t>
        <a:bodyPr/>
        <a:lstStyle/>
        <a:p>
          <a:r>
            <a:rPr lang="en-GB" b="0">
              <a:solidFill>
                <a:srgbClr val="444444"/>
              </a:solidFill>
              <a:latin typeface="Calibri"/>
              <a:ea typeface="Calibri"/>
              <a:cs typeface="Calibri"/>
            </a:rPr>
            <a:t>Boost Space </a:t>
          </a:r>
          <a:endParaRPr lang="en-GB"/>
        </a:p>
      </dgm:t>
    </dgm:pt>
    <dgm:pt modelId="{F6ED6882-3965-4206-B7A0-9240E758596C}" type="parTrans" cxnId="{5FF54C71-E4CF-4D55-AC70-D49632782C66}">
      <dgm:prSet/>
      <dgm:spPr/>
    </dgm:pt>
    <dgm:pt modelId="{2704D635-CB00-4F55-8824-5C528233B208}" type="sibTrans" cxnId="{5FF54C71-E4CF-4D55-AC70-D49632782C66}">
      <dgm:prSet/>
      <dgm:spPr/>
    </dgm:pt>
    <dgm:pt modelId="{24F9397F-35E6-4F8B-8878-CD806F52A4CC}">
      <dgm:prSet phldr="0"/>
      <dgm:spPr>
        <a:solidFill>
          <a:srgbClr val="991310"/>
        </a:solidFill>
      </dgm:spPr>
      <dgm:t>
        <a:bodyPr/>
        <a:lstStyle/>
        <a:p>
          <a:pPr rtl="0"/>
          <a:r>
            <a:rPr lang="en-GB" b="1">
              <a:solidFill>
                <a:schemeClr val="tx1"/>
              </a:solidFill>
              <a:latin typeface="Calibri"/>
              <a:ea typeface="Calibri"/>
              <a:cs typeface="Calibri"/>
            </a:rPr>
            <a:t>Vehicle Features</a:t>
          </a:r>
          <a:endParaRPr lang="en-US" b="1">
            <a:solidFill>
              <a:schemeClr val="tx1"/>
            </a:solidFill>
            <a:latin typeface="Calibri"/>
            <a:ea typeface="Calibri"/>
            <a:cs typeface="Calibri"/>
          </a:endParaRPr>
        </a:p>
      </dgm:t>
    </dgm:pt>
    <dgm:pt modelId="{0F7110F4-CABF-4E17-A787-EBD14C57E5AD}" type="parTrans" cxnId="{523B4FBC-92DB-4C12-8736-13D34032F6C3}">
      <dgm:prSet/>
      <dgm:spPr/>
    </dgm:pt>
    <dgm:pt modelId="{ECD180E7-640D-425A-888A-EA2FA841CC31}" type="sibTrans" cxnId="{523B4FBC-92DB-4C12-8736-13D34032F6C3}">
      <dgm:prSet/>
      <dgm:spPr/>
    </dgm:pt>
    <dgm:pt modelId="{CA32C810-BAB1-46F9-A219-96C39A38C80F}">
      <dgm:prSet phldr="0"/>
      <dgm:spPr/>
      <dgm:t>
        <a:bodyPr/>
        <a:lstStyle/>
        <a:p>
          <a:r>
            <a:rPr lang="en-GB" b="0">
              <a:solidFill>
                <a:srgbClr val="444444"/>
              </a:solidFill>
              <a:latin typeface="Calibri"/>
              <a:ea typeface="Calibri"/>
              <a:cs typeface="Calibri"/>
            </a:rPr>
            <a:t>Seats</a:t>
          </a:r>
          <a:endParaRPr lang="en-US" b="0">
            <a:solidFill>
              <a:srgbClr val="444444"/>
            </a:solidFill>
            <a:latin typeface="Calibri"/>
            <a:ea typeface="Calibri"/>
            <a:cs typeface="Calibri"/>
          </a:endParaRPr>
        </a:p>
      </dgm:t>
    </dgm:pt>
    <dgm:pt modelId="{60E23691-1052-4158-BA98-DBEAB7FB1596}" type="parTrans" cxnId="{94FA7091-7213-4AC5-B9F5-B56A27770571}">
      <dgm:prSet/>
      <dgm:spPr/>
    </dgm:pt>
    <dgm:pt modelId="{B10510B5-6F92-40A1-883B-ADDDBEB03DDA}" type="sibTrans" cxnId="{94FA7091-7213-4AC5-B9F5-B56A27770571}">
      <dgm:prSet/>
      <dgm:spPr/>
    </dgm:pt>
    <dgm:pt modelId="{FB204098-C617-4E85-90A0-C6F97D84EA01}">
      <dgm:prSet phldr="0"/>
      <dgm:spPr/>
      <dgm:t>
        <a:bodyPr/>
        <a:lstStyle/>
        <a:p>
          <a:r>
            <a:rPr lang="en-GB" b="0">
              <a:solidFill>
                <a:srgbClr val="444444"/>
              </a:solidFill>
              <a:latin typeface="Calibri"/>
              <a:ea typeface="Calibri"/>
              <a:cs typeface="Calibri"/>
            </a:rPr>
            <a:t>Doors</a:t>
          </a:r>
          <a:endParaRPr lang="en-US" b="0">
            <a:solidFill>
              <a:srgbClr val="444444"/>
            </a:solidFill>
            <a:latin typeface="Calibri"/>
            <a:ea typeface="Calibri"/>
            <a:cs typeface="Calibri"/>
          </a:endParaRPr>
        </a:p>
      </dgm:t>
    </dgm:pt>
    <dgm:pt modelId="{937A8118-E1B5-4147-8D90-58B79F98E887}" type="parTrans" cxnId="{4163B841-AEC1-4DC7-AE6D-7FB6D4D939E2}">
      <dgm:prSet/>
      <dgm:spPr/>
    </dgm:pt>
    <dgm:pt modelId="{1429026E-D420-4350-A50F-8D310A3F8C40}" type="sibTrans" cxnId="{4163B841-AEC1-4DC7-AE6D-7FB6D4D939E2}">
      <dgm:prSet/>
      <dgm:spPr/>
    </dgm:pt>
    <dgm:pt modelId="{8DCFE69F-7061-4015-9D6E-A202C33F42BD}">
      <dgm:prSet phldr="0"/>
      <dgm:spPr/>
      <dgm:t>
        <a:bodyPr/>
        <a:lstStyle/>
        <a:p>
          <a:r>
            <a:rPr lang="en-GB" b="0">
              <a:solidFill>
                <a:srgbClr val="444444"/>
              </a:solidFill>
              <a:latin typeface="Calibri"/>
              <a:ea typeface="Calibri"/>
              <a:cs typeface="Calibri"/>
            </a:rPr>
            <a:t>CO2 Emissions</a:t>
          </a:r>
          <a:endParaRPr lang="en-US" b="0">
            <a:solidFill>
              <a:srgbClr val="444444"/>
            </a:solidFill>
            <a:latin typeface="Calibri"/>
            <a:ea typeface="Calibri"/>
            <a:cs typeface="Calibri"/>
          </a:endParaRPr>
        </a:p>
      </dgm:t>
    </dgm:pt>
    <dgm:pt modelId="{31D6C1EF-A116-4555-B6A3-4CC60E5AE71E}" type="parTrans" cxnId="{5427EA7C-8304-4AA0-8F42-EEDEC7A94047}">
      <dgm:prSet/>
      <dgm:spPr/>
    </dgm:pt>
    <dgm:pt modelId="{CC17CFE4-EA92-4EAD-8205-216BA3C8DC9A}" type="sibTrans" cxnId="{5427EA7C-8304-4AA0-8F42-EEDEC7A94047}">
      <dgm:prSet/>
      <dgm:spPr/>
    </dgm:pt>
    <dgm:pt modelId="{59BFA42F-0D60-46AB-8C85-B51CF8F4314B}">
      <dgm:prSet phldr="0"/>
      <dgm:spPr/>
      <dgm:t>
        <a:bodyPr/>
        <a:lstStyle/>
        <a:p>
          <a:r>
            <a:rPr lang="en-GB" b="0">
              <a:solidFill>
                <a:srgbClr val="444444"/>
              </a:solidFill>
              <a:latin typeface="Calibri"/>
              <a:ea typeface="Calibri"/>
              <a:cs typeface="Calibri"/>
            </a:rPr>
            <a:t>Engine Power </a:t>
          </a:r>
          <a:endParaRPr lang="en-US" b="0">
            <a:solidFill>
              <a:srgbClr val="444444"/>
            </a:solidFill>
            <a:latin typeface="Calibri"/>
            <a:ea typeface="Calibri"/>
            <a:cs typeface="Calibri"/>
          </a:endParaRPr>
        </a:p>
      </dgm:t>
    </dgm:pt>
    <dgm:pt modelId="{9A6B4377-BFCB-403F-9E37-6EEDEA00F19E}" type="parTrans" cxnId="{D0BCF77B-939A-42DD-A745-344F37A8996C}">
      <dgm:prSet/>
      <dgm:spPr/>
    </dgm:pt>
    <dgm:pt modelId="{D05A0E31-BA56-4CDB-B7E3-217B51DB6261}" type="sibTrans" cxnId="{D0BCF77B-939A-42DD-A745-344F37A8996C}">
      <dgm:prSet/>
      <dgm:spPr/>
    </dgm:pt>
    <dgm:pt modelId="{92BCC74B-40E3-43C5-A9AC-6EF3D3EAFB28}">
      <dgm:prSet phldr="0"/>
      <dgm:spPr/>
      <dgm:t>
        <a:bodyPr/>
        <a:lstStyle/>
        <a:p>
          <a:r>
            <a:rPr lang="en-GB" b="0">
              <a:solidFill>
                <a:srgbClr val="444444"/>
              </a:solidFill>
              <a:latin typeface="Calibri"/>
              <a:ea typeface="Calibri"/>
              <a:cs typeface="Calibri"/>
            </a:rPr>
            <a:t>Length</a:t>
          </a:r>
          <a:endParaRPr lang="en-US" b="0">
            <a:solidFill>
              <a:srgbClr val="444444"/>
            </a:solidFill>
            <a:latin typeface="Calibri"/>
            <a:ea typeface="Calibri"/>
            <a:cs typeface="Calibri"/>
          </a:endParaRPr>
        </a:p>
      </dgm:t>
    </dgm:pt>
    <dgm:pt modelId="{D7C25D38-69C6-4839-8182-CBA6FBDA9B00}" type="parTrans" cxnId="{B03965F3-6390-4786-956C-776B9466AB72}">
      <dgm:prSet/>
      <dgm:spPr/>
    </dgm:pt>
    <dgm:pt modelId="{A7D5AABA-BC4D-4F44-AABB-10E464E043BC}" type="sibTrans" cxnId="{B03965F3-6390-4786-956C-776B9466AB72}">
      <dgm:prSet/>
      <dgm:spPr/>
    </dgm:pt>
    <dgm:pt modelId="{FC123315-9309-40B7-8687-2A4E4DFFE21D}" type="pres">
      <dgm:prSet presAssocID="{5EC19711-B141-4AEE-9913-1841D93E9A9A}" presName="linearFlow" presStyleCnt="0">
        <dgm:presLayoutVars>
          <dgm:dir/>
          <dgm:animLvl val="lvl"/>
          <dgm:resizeHandles val="exact"/>
        </dgm:presLayoutVars>
      </dgm:prSet>
      <dgm:spPr/>
    </dgm:pt>
    <dgm:pt modelId="{2C668660-055E-434D-B4CD-367489732EE6}" type="pres">
      <dgm:prSet presAssocID="{24F9397F-35E6-4F8B-8878-CD806F52A4CC}" presName="composite" presStyleCnt="0"/>
      <dgm:spPr/>
    </dgm:pt>
    <dgm:pt modelId="{8F3C262C-0F30-4038-A0D5-C7525B3140DE}" type="pres">
      <dgm:prSet presAssocID="{24F9397F-35E6-4F8B-8878-CD806F52A4CC}" presName="parentText" presStyleLbl="alignNode1" presStyleIdx="0" presStyleCnt="2">
        <dgm:presLayoutVars>
          <dgm:chMax val="1"/>
          <dgm:bulletEnabled val="1"/>
        </dgm:presLayoutVars>
      </dgm:prSet>
      <dgm:spPr/>
    </dgm:pt>
    <dgm:pt modelId="{FE4B37EE-949D-45E6-8B8A-95A1AF685DA3}" type="pres">
      <dgm:prSet presAssocID="{24F9397F-35E6-4F8B-8878-CD806F52A4CC}" presName="descendantText" presStyleLbl="alignAcc1" presStyleIdx="0" presStyleCnt="2">
        <dgm:presLayoutVars>
          <dgm:bulletEnabled val="1"/>
        </dgm:presLayoutVars>
      </dgm:prSet>
      <dgm:spPr>
        <a:solidFill>
          <a:schemeClr val="tx1"/>
        </a:solidFill>
      </dgm:spPr>
    </dgm:pt>
    <dgm:pt modelId="{043C1F4A-7F1D-4B25-BCAC-4A127142060B}" type="pres">
      <dgm:prSet presAssocID="{ECD180E7-640D-425A-888A-EA2FA841CC31}" presName="sp" presStyleCnt="0"/>
      <dgm:spPr/>
    </dgm:pt>
    <dgm:pt modelId="{9ACEB333-8B83-4307-87EE-7152A34F376D}" type="pres">
      <dgm:prSet presAssocID="{69A66C3C-6193-4D33-96B2-33B8B62276DE}" presName="composite" presStyleCnt="0"/>
      <dgm:spPr/>
    </dgm:pt>
    <dgm:pt modelId="{285E5782-1AEB-4ED9-B823-A57B44817E6B}" type="pres">
      <dgm:prSet presAssocID="{69A66C3C-6193-4D33-96B2-33B8B62276DE}" presName="parentText" presStyleLbl="alignNode1" presStyleIdx="1" presStyleCnt="2">
        <dgm:presLayoutVars>
          <dgm:chMax val="1"/>
          <dgm:bulletEnabled val="1"/>
        </dgm:presLayoutVars>
      </dgm:prSet>
      <dgm:spPr/>
    </dgm:pt>
    <dgm:pt modelId="{3BE84380-DF84-4CF5-BC0D-23D94F8EB8E9}" type="pres">
      <dgm:prSet presAssocID="{69A66C3C-6193-4D33-96B2-33B8B62276DE}" presName="descendantText" presStyleLbl="alignAcc1" presStyleIdx="1" presStyleCnt="2">
        <dgm:presLayoutVars>
          <dgm:bulletEnabled val="1"/>
        </dgm:presLayoutVars>
      </dgm:prSet>
      <dgm:spPr/>
    </dgm:pt>
  </dgm:ptLst>
  <dgm:cxnLst>
    <dgm:cxn modelId="{364A9003-07D6-4533-A822-1E13F7866CE3}" type="presOf" srcId="{82654557-42C6-46ED-BCAD-4AB03195E11D}" destId="{3BE84380-DF84-4CF5-BC0D-23D94F8EB8E9}" srcOrd="0" destOrd="3" presId="urn:microsoft.com/office/officeart/2005/8/layout/chevron2"/>
    <dgm:cxn modelId="{E3BBFF08-4FF1-4894-B606-34785C67D5C5}" type="presOf" srcId="{92BCC74B-40E3-43C5-A9AC-6EF3D3EAFB28}" destId="{FE4B37EE-949D-45E6-8B8A-95A1AF685DA3}" srcOrd="0" destOrd="4" presId="urn:microsoft.com/office/officeart/2005/8/layout/chevron2"/>
    <dgm:cxn modelId="{5E257A16-92DE-4159-9AF0-1692DD21C375}" type="presOf" srcId="{3903F1BF-5392-4EE7-BF34-88E84E3FB078}" destId="{3BE84380-DF84-4CF5-BC0D-23D94F8EB8E9}" srcOrd="0" destOrd="2" presId="urn:microsoft.com/office/officeart/2005/8/layout/chevron2"/>
    <dgm:cxn modelId="{36C6DB22-841E-467A-975B-E33F8647D461}" srcId="{69A66C3C-6193-4D33-96B2-33B8B62276DE}" destId="{CF6D620D-EB59-4F38-BE15-C9FD91499877}" srcOrd="6" destOrd="0" parTransId="{BFE519D0-B132-4D6A-88A5-A3690104A387}" sibTransId="{F8CEB706-B1D1-4A24-B3F2-8A055CCD8BE4}"/>
    <dgm:cxn modelId="{36234032-CA36-435D-9637-368D67BEAC25}" type="presOf" srcId="{CF6D620D-EB59-4F38-BE15-C9FD91499877}" destId="{3BE84380-DF84-4CF5-BC0D-23D94F8EB8E9}" srcOrd="0" destOrd="6" presId="urn:microsoft.com/office/officeart/2005/8/layout/chevron2"/>
    <dgm:cxn modelId="{F7217E3C-ACA6-4EF2-821E-1D80195C4DA1}" type="presOf" srcId="{94166965-9D2A-49DC-B0CF-EB3949AB86F1}" destId="{3BE84380-DF84-4CF5-BC0D-23D94F8EB8E9}" srcOrd="0" destOrd="7" presId="urn:microsoft.com/office/officeart/2005/8/layout/chevron2"/>
    <dgm:cxn modelId="{4163B841-AEC1-4DC7-AE6D-7FB6D4D939E2}" srcId="{24F9397F-35E6-4F8B-8878-CD806F52A4CC}" destId="{FB204098-C617-4E85-90A0-C6F97D84EA01}" srcOrd="1" destOrd="0" parTransId="{937A8118-E1B5-4147-8D90-58B79F98E887}" sibTransId="{1429026E-D420-4350-A50F-8D310A3F8C40}"/>
    <dgm:cxn modelId="{8DC34A63-4018-41FD-9D44-D02BFA8BC8AA}" type="presOf" srcId="{C4A9C553-6F64-4BBD-ADD8-28BCB7625C76}" destId="{3BE84380-DF84-4CF5-BC0D-23D94F8EB8E9}" srcOrd="0" destOrd="4" presId="urn:microsoft.com/office/officeart/2005/8/layout/chevron2"/>
    <dgm:cxn modelId="{89C2E846-7E4A-4583-8F1B-9E1D6A969DDD}" type="presOf" srcId="{020B08C8-47F6-4D19-A264-6462F67ECBD8}" destId="{3BE84380-DF84-4CF5-BC0D-23D94F8EB8E9}" srcOrd="0" destOrd="5" presId="urn:microsoft.com/office/officeart/2005/8/layout/chevron2"/>
    <dgm:cxn modelId="{466BDF4B-C47B-49CE-9DF7-929C1A94228A}" type="presOf" srcId="{F05647C6-92DA-4A20-A397-86F825692E66}" destId="{FE4B37EE-949D-45E6-8B8A-95A1AF685DA3}" srcOrd="0" destOrd="5" presId="urn:microsoft.com/office/officeart/2005/8/layout/chevron2"/>
    <dgm:cxn modelId="{E750CE4E-8387-4C36-884B-0435C01131F1}" type="presOf" srcId="{CA32C810-BAB1-46F9-A219-96C39A38C80F}" destId="{FE4B37EE-949D-45E6-8B8A-95A1AF685DA3}" srcOrd="0" destOrd="0" presId="urn:microsoft.com/office/officeart/2005/8/layout/chevron2"/>
    <dgm:cxn modelId="{5FF54C71-E4CF-4D55-AC70-D49632782C66}" srcId="{24F9397F-35E6-4F8B-8878-CD806F52A4CC}" destId="{F05647C6-92DA-4A20-A397-86F825692E66}" srcOrd="5" destOrd="0" parTransId="{F6ED6882-3965-4206-B7A0-9240E758596C}" sibTransId="{2704D635-CB00-4F55-8824-5C528233B208}"/>
    <dgm:cxn modelId="{9D188F55-CD46-434E-AF2B-338B69F41B35}" srcId="{69A66C3C-6193-4D33-96B2-33B8B62276DE}" destId="{3903F1BF-5392-4EE7-BF34-88E84E3FB078}" srcOrd="2" destOrd="0" parTransId="{12E6706D-9F10-45E6-A579-830BAEE3E565}" sibTransId="{AE587266-C703-4B58-835D-14C37FFBFA4E}"/>
    <dgm:cxn modelId="{D0BCF77B-939A-42DD-A745-344F37A8996C}" srcId="{24F9397F-35E6-4F8B-8878-CD806F52A4CC}" destId="{59BFA42F-0D60-46AB-8C85-B51CF8F4314B}" srcOrd="3" destOrd="0" parTransId="{9A6B4377-BFCB-403F-9E37-6EEDEA00F19E}" sibTransId="{D05A0E31-BA56-4CDB-B7E3-217B51DB6261}"/>
    <dgm:cxn modelId="{5427EA7C-8304-4AA0-8F42-EEDEC7A94047}" srcId="{24F9397F-35E6-4F8B-8878-CD806F52A4CC}" destId="{8DCFE69F-7061-4015-9D6E-A202C33F42BD}" srcOrd="2" destOrd="0" parTransId="{31D6C1EF-A116-4555-B6A3-4CC60E5AE71E}" sibTransId="{CC17CFE4-EA92-4EAD-8205-216BA3C8DC9A}"/>
    <dgm:cxn modelId="{B4543785-3CD7-4255-91C8-899AF7AEEC42}" type="presOf" srcId="{69A66C3C-6193-4D33-96B2-33B8B62276DE}" destId="{285E5782-1AEB-4ED9-B823-A57B44817E6B}" srcOrd="0" destOrd="0" presId="urn:microsoft.com/office/officeart/2005/8/layout/chevron2"/>
    <dgm:cxn modelId="{7C98848B-BBE5-44A1-A437-C933D386BD1D}" srcId="{69A66C3C-6193-4D33-96B2-33B8B62276DE}" destId="{82654557-42C6-46ED-BCAD-4AB03195E11D}" srcOrd="3" destOrd="0" parTransId="{8D49E410-157B-4057-9B5D-2B0F54C7F516}" sibTransId="{F37473ED-6430-4F58-A61D-757B1634A3CF}"/>
    <dgm:cxn modelId="{94FA7091-7213-4AC5-B9F5-B56A27770571}" srcId="{24F9397F-35E6-4F8B-8878-CD806F52A4CC}" destId="{CA32C810-BAB1-46F9-A219-96C39A38C80F}" srcOrd="0" destOrd="0" parTransId="{60E23691-1052-4158-BA98-DBEAB7FB1596}" sibTransId="{B10510B5-6F92-40A1-883B-ADDDBEB03DDA}"/>
    <dgm:cxn modelId="{EE86149B-AF67-4418-9DC2-1A9D7C8C843B}" type="presOf" srcId="{59BFA42F-0D60-46AB-8C85-B51CF8F4314B}" destId="{FE4B37EE-949D-45E6-8B8A-95A1AF685DA3}" srcOrd="0" destOrd="3" presId="urn:microsoft.com/office/officeart/2005/8/layout/chevron2"/>
    <dgm:cxn modelId="{A1D2C3A6-F213-4CD0-A6BB-56FD27BA6F65}" type="presOf" srcId="{8738BBBA-DC32-4048-B033-EDFC66D78E70}" destId="{3BE84380-DF84-4CF5-BC0D-23D94F8EB8E9}" srcOrd="0" destOrd="0" presId="urn:microsoft.com/office/officeart/2005/8/layout/chevron2"/>
    <dgm:cxn modelId="{8BEEE2A7-2E81-48FC-A6E2-557076AB95FC}" srcId="{69A66C3C-6193-4D33-96B2-33B8B62276DE}" destId="{C4A9C553-6F64-4BBD-ADD8-28BCB7625C76}" srcOrd="4" destOrd="0" parTransId="{177B9B55-A206-436E-B0B3-64448AC48718}" sibTransId="{EFE6AE46-CE51-4338-A86E-9679965A2AAF}"/>
    <dgm:cxn modelId="{DD66CCB1-F26F-46F1-A845-F3787634843D}" srcId="{69A66C3C-6193-4D33-96B2-33B8B62276DE}" destId="{8738BBBA-DC32-4048-B033-EDFC66D78E70}" srcOrd="0" destOrd="0" parTransId="{D1420622-4139-4C8B-BFF0-251A634F930F}" sibTransId="{9B013499-94CC-4D06-850E-F35B781C1E15}"/>
    <dgm:cxn modelId="{02066DB3-39F7-49AA-9FDB-DBDF568CEA82}" srcId="{69A66C3C-6193-4D33-96B2-33B8B62276DE}" destId="{020B08C8-47F6-4D19-A264-6462F67ECBD8}" srcOrd="5" destOrd="0" parTransId="{D984541B-D0E9-4D6A-860B-838372947462}" sibTransId="{916779EF-B27C-4720-9E66-6D7A18720BB7}"/>
    <dgm:cxn modelId="{583EBBB9-F9A2-48CC-ADF4-2AD4A06D3B87}" srcId="{5EC19711-B141-4AEE-9913-1841D93E9A9A}" destId="{69A66C3C-6193-4D33-96B2-33B8B62276DE}" srcOrd="1" destOrd="0" parTransId="{AE7CB139-A16F-4D77-9E00-011C3A45CA85}" sibTransId="{04678D06-ED94-452C-815C-C054CAE14079}"/>
    <dgm:cxn modelId="{F15A15BA-BDF9-48F8-998A-0D73E848EF1B}" type="presOf" srcId="{AF0EB514-BAC6-4899-9457-E2AAC6D7456D}" destId="{3BE84380-DF84-4CF5-BC0D-23D94F8EB8E9}" srcOrd="0" destOrd="1" presId="urn:microsoft.com/office/officeart/2005/8/layout/chevron2"/>
    <dgm:cxn modelId="{523B4FBC-92DB-4C12-8736-13D34032F6C3}" srcId="{5EC19711-B141-4AEE-9913-1841D93E9A9A}" destId="{24F9397F-35E6-4F8B-8878-CD806F52A4CC}" srcOrd="0" destOrd="0" parTransId="{0F7110F4-CABF-4E17-A787-EBD14C57E5AD}" sibTransId="{ECD180E7-640D-425A-888A-EA2FA841CC31}"/>
    <dgm:cxn modelId="{A64233C1-A447-4D82-B021-BC34115BA11F}" type="presOf" srcId="{24F9397F-35E6-4F8B-8878-CD806F52A4CC}" destId="{8F3C262C-0F30-4038-A0D5-C7525B3140DE}" srcOrd="0" destOrd="0" presId="urn:microsoft.com/office/officeart/2005/8/layout/chevron2"/>
    <dgm:cxn modelId="{B4931FCF-DC1F-49F9-8D1F-AE06090A93AE}" type="presOf" srcId="{5EC19711-B141-4AEE-9913-1841D93E9A9A}" destId="{FC123315-9309-40B7-8687-2A4E4DFFE21D}" srcOrd="0" destOrd="0" presId="urn:microsoft.com/office/officeart/2005/8/layout/chevron2"/>
    <dgm:cxn modelId="{8FABC6D6-D84F-440A-AEDC-FC28090D9ED8}" type="presOf" srcId="{FB204098-C617-4E85-90A0-C6F97D84EA01}" destId="{FE4B37EE-949D-45E6-8B8A-95A1AF685DA3}" srcOrd="0" destOrd="1" presId="urn:microsoft.com/office/officeart/2005/8/layout/chevron2"/>
    <dgm:cxn modelId="{C1921CEE-5569-4530-9A93-AD2E7945B97D}" srcId="{69A66C3C-6193-4D33-96B2-33B8B62276DE}" destId="{AF0EB514-BAC6-4899-9457-E2AAC6D7456D}" srcOrd="1" destOrd="0" parTransId="{F2C2B3B5-241F-412D-A5B2-2768E4616C14}" sibTransId="{05B4B778-A483-499F-8DD7-E82AC7981FDD}"/>
    <dgm:cxn modelId="{3592ADEF-F43B-4BF0-8579-9F0B14D6D2FF}" srcId="{69A66C3C-6193-4D33-96B2-33B8B62276DE}" destId="{94166965-9D2A-49DC-B0CF-EB3949AB86F1}" srcOrd="7" destOrd="0" parTransId="{AB1250FA-705E-4BE8-916B-8A5BBB7E9071}" sibTransId="{ABA6B824-0D7F-47E5-B1E8-90436C1BEA69}"/>
    <dgm:cxn modelId="{B03965F3-6390-4786-956C-776B9466AB72}" srcId="{24F9397F-35E6-4F8B-8878-CD806F52A4CC}" destId="{92BCC74B-40E3-43C5-A9AC-6EF3D3EAFB28}" srcOrd="4" destOrd="0" parTransId="{D7C25D38-69C6-4839-8182-CBA6FBDA9B00}" sibTransId="{A7D5AABA-BC4D-4F44-AABB-10E464E043BC}"/>
    <dgm:cxn modelId="{81700BF7-DA20-4DE6-B3EF-3813C2C86837}" type="presOf" srcId="{8DCFE69F-7061-4015-9D6E-A202C33F42BD}" destId="{FE4B37EE-949D-45E6-8B8A-95A1AF685DA3}" srcOrd="0" destOrd="2" presId="urn:microsoft.com/office/officeart/2005/8/layout/chevron2"/>
    <dgm:cxn modelId="{3641BA0B-2B53-4E21-9997-1D4555230152}" type="presParOf" srcId="{FC123315-9309-40B7-8687-2A4E4DFFE21D}" destId="{2C668660-055E-434D-B4CD-367489732EE6}" srcOrd="0" destOrd="0" presId="urn:microsoft.com/office/officeart/2005/8/layout/chevron2"/>
    <dgm:cxn modelId="{DC681FC5-FA02-4EC2-83B2-F71678465F2D}" type="presParOf" srcId="{2C668660-055E-434D-B4CD-367489732EE6}" destId="{8F3C262C-0F30-4038-A0D5-C7525B3140DE}" srcOrd="0" destOrd="0" presId="urn:microsoft.com/office/officeart/2005/8/layout/chevron2"/>
    <dgm:cxn modelId="{039085F9-734D-40C1-AA94-29D1FA0902E2}" type="presParOf" srcId="{2C668660-055E-434D-B4CD-367489732EE6}" destId="{FE4B37EE-949D-45E6-8B8A-95A1AF685DA3}" srcOrd="1" destOrd="0" presId="urn:microsoft.com/office/officeart/2005/8/layout/chevron2"/>
    <dgm:cxn modelId="{D667D731-7D27-4CB3-B1EA-353387D029B9}" type="presParOf" srcId="{FC123315-9309-40B7-8687-2A4E4DFFE21D}" destId="{043C1F4A-7F1D-4B25-BCAC-4A127142060B}" srcOrd="1" destOrd="0" presId="urn:microsoft.com/office/officeart/2005/8/layout/chevron2"/>
    <dgm:cxn modelId="{95FDF81B-A213-4F3D-8FEF-085B571D0341}" type="presParOf" srcId="{FC123315-9309-40B7-8687-2A4E4DFFE21D}" destId="{9ACEB333-8B83-4307-87EE-7152A34F376D}" srcOrd="2" destOrd="0" presId="urn:microsoft.com/office/officeart/2005/8/layout/chevron2"/>
    <dgm:cxn modelId="{53B641C3-AED5-472B-9F18-3AB85D4745C7}" type="presParOf" srcId="{9ACEB333-8B83-4307-87EE-7152A34F376D}" destId="{285E5782-1AEB-4ED9-B823-A57B44817E6B}" srcOrd="0" destOrd="0" presId="urn:microsoft.com/office/officeart/2005/8/layout/chevron2"/>
    <dgm:cxn modelId="{D7E8C861-2E02-4A51-A685-3E5AFECA2D33}" type="presParOf" srcId="{9ACEB333-8B83-4307-87EE-7152A34F376D}" destId="{3BE84380-DF84-4CF5-BC0D-23D94F8EB8E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0CD461-FAD6-437E-B73C-6BB909D0B00C}" type="doc">
      <dgm:prSet loTypeId="urn:microsoft.com/office/officeart/2005/8/layout/chevron2" loCatId="process" qsTypeId="urn:microsoft.com/office/officeart/2005/8/quickstyle/simple1" qsCatId="simple" csTypeId="urn:microsoft.com/office/officeart/2005/8/colors/accent0_1" csCatId="mainScheme" phldr="1"/>
      <dgm:spPr/>
      <dgm:t>
        <a:bodyPr/>
        <a:lstStyle/>
        <a:p>
          <a:endParaRPr lang="en-GB"/>
        </a:p>
      </dgm:t>
    </dgm:pt>
    <dgm:pt modelId="{DB9D18AD-EF9F-4637-AC61-6980078D25F6}">
      <dgm:prSet phldrT="[Text]" phldr="0"/>
      <dgm:spPr/>
      <dgm:t>
        <a:bodyPr/>
        <a:lstStyle/>
        <a:p>
          <a:pPr rtl="0"/>
          <a:r>
            <a:rPr lang="en-GB" b="1">
              <a:solidFill>
                <a:schemeClr val="tx1"/>
              </a:solidFill>
              <a:latin typeface="Neue Haas Grotesk Text Pro"/>
            </a:rPr>
            <a:t>Vehicle Features</a:t>
          </a:r>
          <a:endParaRPr lang="en-GB" b="1">
            <a:solidFill>
              <a:schemeClr val="tx1"/>
            </a:solidFill>
          </a:endParaRPr>
        </a:p>
      </dgm:t>
    </dgm:pt>
    <dgm:pt modelId="{896931F7-D365-4990-9DB7-D70DD73059F0}" type="parTrans" cxnId="{3DA44CF4-B37A-47A8-8618-A1A8313ABA10}">
      <dgm:prSet/>
      <dgm:spPr/>
      <dgm:t>
        <a:bodyPr/>
        <a:lstStyle/>
        <a:p>
          <a:endParaRPr lang="en-GB"/>
        </a:p>
      </dgm:t>
    </dgm:pt>
    <dgm:pt modelId="{F9C8447B-BACA-489C-AE4C-663B9BBF457D}" type="sibTrans" cxnId="{3DA44CF4-B37A-47A8-8618-A1A8313ABA10}">
      <dgm:prSet/>
      <dgm:spPr/>
      <dgm:t>
        <a:bodyPr/>
        <a:lstStyle/>
        <a:p>
          <a:endParaRPr lang="en-GB"/>
        </a:p>
      </dgm:t>
    </dgm:pt>
    <dgm:pt modelId="{533059F1-3017-4A4E-B43C-E613058FC6F3}">
      <dgm:prSet phldrT="[Text]" phldr="0"/>
      <dgm:spPr/>
      <dgm:t>
        <a:bodyPr/>
        <a:lstStyle/>
        <a:p>
          <a:pPr rtl="0"/>
          <a:r>
            <a:rPr lang="en-GB">
              <a:latin typeface="Neue Haas Grotesk Text Pro"/>
            </a:rPr>
            <a:t>Top Speed           Derivative</a:t>
          </a:r>
          <a:endParaRPr lang="en-GB"/>
        </a:p>
      </dgm:t>
    </dgm:pt>
    <dgm:pt modelId="{59CF17B5-47C6-4CE7-B2D4-CFDD2A5C1D20}" type="parTrans" cxnId="{8456DDA8-6C27-4558-B694-D5A8CFECB438}">
      <dgm:prSet/>
      <dgm:spPr/>
      <dgm:t>
        <a:bodyPr/>
        <a:lstStyle/>
        <a:p>
          <a:endParaRPr lang="en-GB"/>
        </a:p>
      </dgm:t>
    </dgm:pt>
    <dgm:pt modelId="{DFC84626-C2F8-4E9D-841E-B938791370E4}" type="sibTrans" cxnId="{8456DDA8-6C27-4558-B694-D5A8CFECB438}">
      <dgm:prSet/>
      <dgm:spPr/>
      <dgm:t>
        <a:bodyPr/>
        <a:lstStyle/>
        <a:p>
          <a:endParaRPr lang="en-GB"/>
        </a:p>
      </dgm:t>
    </dgm:pt>
    <dgm:pt modelId="{749AABE3-505C-453F-A6B6-F341FE4FEFD7}">
      <dgm:prSet phldrT="[Text]" phldr="0"/>
      <dgm:spPr/>
      <dgm:t>
        <a:bodyPr/>
        <a:lstStyle/>
        <a:p>
          <a:pPr rtl="0"/>
          <a:r>
            <a:rPr lang="en-GB">
              <a:latin typeface="Neue Haas Grotesk Text Pro"/>
            </a:rPr>
            <a:t>Zero to Sixty     </a:t>
          </a:r>
          <a:r>
            <a:rPr lang="en-GB">
              <a:solidFill>
                <a:srgbClr val="000000"/>
              </a:solidFill>
              <a:latin typeface="Neue Haas Grotesk Text Pro"/>
              <a:ea typeface="Calibri"/>
              <a:cs typeface="Calibri"/>
            </a:rPr>
            <a:t>  </a:t>
          </a:r>
          <a:r>
            <a:rPr lang="en-GB">
              <a:latin typeface="Neue Haas Grotesk Text Pro"/>
              <a:ea typeface="Calibri"/>
              <a:cs typeface="Calibri"/>
            </a:rPr>
            <a:t>   Fuel Type       </a:t>
          </a:r>
          <a:endParaRPr lang="en-GB"/>
        </a:p>
      </dgm:t>
    </dgm:pt>
    <dgm:pt modelId="{99E925F4-40B8-4E5E-A388-0E4AEE8991FD}" type="parTrans" cxnId="{922CBE17-6B94-4459-A5AD-D366E6AC17CE}">
      <dgm:prSet/>
      <dgm:spPr/>
      <dgm:t>
        <a:bodyPr/>
        <a:lstStyle/>
        <a:p>
          <a:endParaRPr lang="en-GB"/>
        </a:p>
      </dgm:t>
    </dgm:pt>
    <dgm:pt modelId="{D81A8445-337B-4C31-A1FA-229CE6059958}" type="sibTrans" cxnId="{922CBE17-6B94-4459-A5AD-D366E6AC17CE}">
      <dgm:prSet/>
      <dgm:spPr/>
      <dgm:t>
        <a:bodyPr/>
        <a:lstStyle/>
        <a:p>
          <a:endParaRPr lang="en-GB"/>
        </a:p>
      </dgm:t>
    </dgm:pt>
    <dgm:pt modelId="{E7A6D4A1-CC2F-4FAC-B5C9-C33D86F73366}">
      <dgm:prSet phldrT="[Text]" phldr="0"/>
      <dgm:spPr/>
      <dgm:t>
        <a:bodyPr/>
        <a:lstStyle/>
        <a:p>
          <a:pPr rtl="0"/>
          <a:r>
            <a:rPr lang="en-GB" b="1">
              <a:solidFill>
                <a:schemeClr val="tx1"/>
              </a:solidFill>
              <a:latin typeface="Neue Haas Grotesk Text Pro"/>
            </a:rPr>
            <a:t> Seller/ Autotrader Features</a:t>
          </a:r>
          <a:endParaRPr lang="en-GB" b="1">
            <a:solidFill>
              <a:schemeClr val="tx1"/>
            </a:solidFill>
          </a:endParaRPr>
        </a:p>
      </dgm:t>
    </dgm:pt>
    <dgm:pt modelId="{0AF6EC1E-E598-44D8-9FEB-00A361A6F8F0}" type="parTrans" cxnId="{210FE7E3-35A7-4E30-AFAE-1121341DAF49}">
      <dgm:prSet/>
      <dgm:spPr/>
      <dgm:t>
        <a:bodyPr/>
        <a:lstStyle/>
        <a:p>
          <a:endParaRPr lang="en-GB"/>
        </a:p>
      </dgm:t>
    </dgm:pt>
    <dgm:pt modelId="{5E15B86D-FA43-4C32-91DD-6C07FAB1B031}" type="sibTrans" cxnId="{210FE7E3-35A7-4E30-AFAE-1121341DAF49}">
      <dgm:prSet/>
      <dgm:spPr/>
      <dgm:t>
        <a:bodyPr/>
        <a:lstStyle/>
        <a:p>
          <a:endParaRPr lang="en-GB"/>
        </a:p>
      </dgm:t>
    </dgm:pt>
    <dgm:pt modelId="{0C77B8BE-F796-4476-9CC6-50CD16F8C723}">
      <dgm:prSet phldrT="[Text]" phldr="0"/>
      <dgm:spPr/>
      <dgm:t>
        <a:bodyPr/>
        <a:lstStyle/>
        <a:p>
          <a:pPr rtl="0"/>
          <a:r>
            <a:rPr lang="en-GB">
              <a:latin typeface="Neue Haas Grotesk Text Pro"/>
            </a:rPr>
            <a:t> Days To Sell               Price Indicator Rating</a:t>
          </a:r>
          <a:endParaRPr lang="en-GB"/>
        </a:p>
      </dgm:t>
    </dgm:pt>
    <dgm:pt modelId="{CEC63C8A-B8E2-45F9-B651-A81378AB7D1A}" type="parTrans" cxnId="{1DB510CD-B016-4482-BF15-69C272EB1F6B}">
      <dgm:prSet/>
      <dgm:spPr/>
      <dgm:t>
        <a:bodyPr/>
        <a:lstStyle/>
        <a:p>
          <a:endParaRPr lang="en-GB"/>
        </a:p>
      </dgm:t>
    </dgm:pt>
    <dgm:pt modelId="{0516118E-8D04-4722-99ED-3F283FFB53F9}" type="sibTrans" cxnId="{1DB510CD-B016-4482-BF15-69C272EB1F6B}">
      <dgm:prSet/>
      <dgm:spPr/>
      <dgm:t>
        <a:bodyPr/>
        <a:lstStyle/>
        <a:p>
          <a:endParaRPr lang="en-GB"/>
        </a:p>
      </dgm:t>
    </dgm:pt>
    <dgm:pt modelId="{ED872578-C8E9-46D8-B2CB-B760122DDEA0}">
      <dgm:prSet phldrT="[Text]" phldr="0"/>
      <dgm:spPr/>
      <dgm:t>
        <a:bodyPr/>
        <a:lstStyle/>
        <a:p>
          <a:pPr rtl="0"/>
          <a:r>
            <a:rPr lang="en-GB">
              <a:latin typeface="Neue Haas Grotesk Text Pro"/>
            </a:rPr>
            <a:t>*First Retailer Asking Price*      Adjusted Retail Amount</a:t>
          </a:r>
          <a:endParaRPr lang="en-GB"/>
        </a:p>
      </dgm:t>
    </dgm:pt>
    <dgm:pt modelId="{E7588776-F04E-49BF-805A-9E9679411F71}" type="parTrans" cxnId="{71FDBE07-4ACF-4373-91F6-687B3DE20D35}">
      <dgm:prSet/>
      <dgm:spPr/>
      <dgm:t>
        <a:bodyPr/>
        <a:lstStyle/>
        <a:p>
          <a:endParaRPr lang="en-GB"/>
        </a:p>
      </dgm:t>
    </dgm:pt>
    <dgm:pt modelId="{269A4E56-EEAB-4A72-BC7B-4E5A1BEB4C70}" type="sibTrans" cxnId="{71FDBE07-4ACF-4373-91F6-687B3DE20D35}">
      <dgm:prSet/>
      <dgm:spPr/>
      <dgm:t>
        <a:bodyPr/>
        <a:lstStyle/>
        <a:p>
          <a:endParaRPr lang="en-GB"/>
        </a:p>
      </dgm:t>
    </dgm:pt>
    <dgm:pt modelId="{354C8644-F457-495D-A3B2-30CCFD218D23}">
      <dgm:prSet phldrT="[Text]" phldr="0"/>
      <dgm:spPr/>
      <dgm:t>
        <a:bodyPr/>
        <a:lstStyle/>
        <a:p>
          <a:pPr rtl="0"/>
          <a:r>
            <a:rPr lang="en-GB">
              <a:latin typeface="Neue Haas Grotesk Text Pro"/>
            </a:rPr>
            <a:t>*Last Retailer Asking Price*      Predicted Mileage</a:t>
          </a:r>
          <a:endParaRPr lang="en-GB"/>
        </a:p>
      </dgm:t>
    </dgm:pt>
    <dgm:pt modelId="{28631E41-B070-41A4-B27F-26F3162651DD}" type="parTrans" cxnId="{E58DF60D-0620-475E-BE98-1B3DC8673171}">
      <dgm:prSet/>
      <dgm:spPr/>
      <dgm:t>
        <a:bodyPr/>
        <a:lstStyle/>
        <a:p>
          <a:endParaRPr lang="en-GB"/>
        </a:p>
      </dgm:t>
    </dgm:pt>
    <dgm:pt modelId="{81B447E2-6B05-4281-ADC7-A6AAD35FD4CD}" type="sibTrans" cxnId="{E58DF60D-0620-475E-BE98-1B3DC8673171}">
      <dgm:prSet/>
      <dgm:spPr/>
      <dgm:t>
        <a:bodyPr/>
        <a:lstStyle/>
        <a:p>
          <a:endParaRPr lang="en-GB"/>
        </a:p>
      </dgm:t>
    </dgm:pt>
    <dgm:pt modelId="{92D1241A-979B-4D5B-9082-6F9C2DB44247}">
      <dgm:prSet phldrT="[Text]" phldr="0"/>
      <dgm:spPr/>
      <dgm:t>
        <a:bodyPr/>
        <a:lstStyle/>
        <a:p>
          <a:pPr rtl="0"/>
          <a:r>
            <a:rPr lang="en-GB">
              <a:latin typeface="Neue Haas Grotesk Text Pro"/>
            </a:rPr>
            <a:t>Insurance Group           Number Of Images</a:t>
          </a:r>
          <a:endParaRPr lang="en-GB"/>
        </a:p>
      </dgm:t>
    </dgm:pt>
    <dgm:pt modelId="{0C2A90BD-079E-4BC2-A946-0B769C06EB28}" type="parTrans" cxnId="{EB63BED0-620C-4F8C-B599-2CED1A6C3225}">
      <dgm:prSet/>
      <dgm:spPr/>
      <dgm:t>
        <a:bodyPr/>
        <a:lstStyle/>
        <a:p>
          <a:endParaRPr lang="en-GB"/>
        </a:p>
      </dgm:t>
    </dgm:pt>
    <dgm:pt modelId="{5CEC4D3A-3057-462F-98AD-70D579FA6ECF}" type="sibTrans" cxnId="{EB63BED0-620C-4F8C-B599-2CED1A6C3225}">
      <dgm:prSet/>
      <dgm:spPr/>
      <dgm:t>
        <a:bodyPr/>
        <a:lstStyle/>
        <a:p>
          <a:endParaRPr lang="en-GB"/>
        </a:p>
      </dgm:t>
    </dgm:pt>
    <dgm:pt modelId="{B3441599-C772-4E2E-AAAC-B3CA575B8B60}">
      <dgm:prSet phldr="0"/>
      <dgm:spPr/>
      <dgm:t>
        <a:bodyPr/>
        <a:lstStyle/>
        <a:p>
          <a:pPr rtl="0"/>
          <a:r>
            <a:rPr lang="en-GB">
              <a:latin typeface="Neue Haas Grotesk Text Pro"/>
            </a:rPr>
            <a:t>Fuel Economy          Transmission Type</a:t>
          </a:r>
        </a:p>
      </dgm:t>
    </dgm:pt>
    <dgm:pt modelId="{CC1FF775-0A7A-468D-B3A1-ACEE348BB43F}" type="parTrans" cxnId="{442D7265-11F6-4425-A4D6-ADCF5EAFF7DA}">
      <dgm:prSet/>
      <dgm:spPr/>
    </dgm:pt>
    <dgm:pt modelId="{D3CEA595-7219-473F-9CEA-103DABB10F51}" type="sibTrans" cxnId="{442D7265-11F6-4425-A4D6-ADCF5EAFF7DA}">
      <dgm:prSet/>
      <dgm:spPr/>
    </dgm:pt>
    <dgm:pt modelId="{23714921-FBA0-4CD2-860E-942C4C43735A}">
      <dgm:prSet phldr="0"/>
      <dgm:spPr/>
      <dgm:t>
        <a:bodyPr/>
        <a:lstStyle/>
        <a:p>
          <a:pPr rtl="0"/>
          <a:r>
            <a:rPr lang="en-GB">
              <a:latin typeface="Neue Haas Grotesk Text Pro"/>
            </a:rPr>
            <a:t>*Battery Range*          Drivetrain</a:t>
          </a:r>
        </a:p>
      </dgm:t>
    </dgm:pt>
    <dgm:pt modelId="{10B9B886-8285-4174-99DF-7A83F2766C5B}" type="parTrans" cxnId="{37A5F282-55A1-4C0C-BEAB-1DD0A4778181}">
      <dgm:prSet/>
      <dgm:spPr/>
    </dgm:pt>
    <dgm:pt modelId="{2050D702-C600-49C7-A9C1-35EC3B30BEF2}" type="sibTrans" cxnId="{37A5F282-55A1-4C0C-BEAB-1DD0A4778181}">
      <dgm:prSet/>
      <dgm:spPr/>
    </dgm:pt>
    <dgm:pt modelId="{4403B766-5E83-4E1A-9625-FADC3AF3E07E}">
      <dgm:prSet phldr="0"/>
      <dgm:spPr/>
      <dgm:t>
        <a:bodyPr/>
        <a:lstStyle/>
        <a:p>
          <a:pPr rtl="0"/>
          <a:r>
            <a:rPr lang="en-GB">
              <a:latin typeface="Neue Haas Grotesk Text Pro"/>
            </a:rPr>
            <a:t>*Battery Usable Capacity*    Colour</a:t>
          </a:r>
        </a:p>
      </dgm:t>
    </dgm:pt>
    <dgm:pt modelId="{D06493F8-7110-4C26-B57A-A4EB20959254}" type="parTrans" cxnId="{7BAAB4D8-27FD-4F49-858B-3E488248D3AE}">
      <dgm:prSet/>
      <dgm:spPr/>
    </dgm:pt>
    <dgm:pt modelId="{714E8545-0C12-453F-8B27-7A961E393CFE}" type="sibTrans" cxnId="{7BAAB4D8-27FD-4F49-858B-3E488248D3AE}">
      <dgm:prSet/>
      <dgm:spPr/>
    </dgm:pt>
    <dgm:pt modelId="{567CFFB4-0A5E-4891-A314-4DC3834B81B4}">
      <dgm:prSet phldr="0"/>
      <dgm:spPr/>
      <dgm:t>
        <a:bodyPr/>
        <a:lstStyle/>
        <a:p>
          <a:pPr rtl="0"/>
          <a:r>
            <a:rPr lang="en-GB">
              <a:latin typeface="Neue Haas Grotesk Text Pro"/>
            </a:rPr>
            <a:t>*Plate*               Odometer Reading</a:t>
          </a:r>
        </a:p>
      </dgm:t>
    </dgm:pt>
    <dgm:pt modelId="{019A0687-0E28-4496-B47F-9D86396E8C9A}" type="parTrans" cxnId="{982B2ADF-CA79-4B22-97BD-66A3A0CDCD6D}">
      <dgm:prSet/>
      <dgm:spPr/>
    </dgm:pt>
    <dgm:pt modelId="{0B9EA1AC-7C20-4163-ACCF-747F1348CDE9}" type="sibTrans" cxnId="{982B2ADF-CA79-4B22-97BD-66A3A0CDCD6D}">
      <dgm:prSet/>
      <dgm:spPr/>
    </dgm:pt>
    <dgm:pt modelId="{133A055A-A644-43AF-BE45-4726EC15AC61}">
      <dgm:prSet phldr="0"/>
      <dgm:spPr/>
      <dgm:t>
        <a:bodyPr/>
        <a:lstStyle/>
        <a:p>
          <a:pPr rtl="0"/>
          <a:r>
            <a:rPr lang="en-GB">
              <a:latin typeface="Neue Haas Grotesk Text Pro"/>
            </a:rPr>
            <a:t>Make            </a:t>
          </a:r>
        </a:p>
      </dgm:t>
    </dgm:pt>
    <dgm:pt modelId="{E4E0CEFA-58E4-432C-878D-93EAFA0797B0}" type="parTrans" cxnId="{31B76FEF-9544-495B-8DD8-B607D84FDE4C}">
      <dgm:prSet/>
      <dgm:spPr/>
    </dgm:pt>
    <dgm:pt modelId="{58FC38E3-DACC-4E86-AD6F-BD284F2D2B1B}" type="sibTrans" cxnId="{31B76FEF-9544-495B-8DD8-B607D84FDE4C}">
      <dgm:prSet/>
      <dgm:spPr/>
    </dgm:pt>
    <dgm:pt modelId="{336329FE-3923-41F0-AF19-4B35877932A9}">
      <dgm:prSet phldr="0"/>
      <dgm:spPr/>
      <dgm:t>
        <a:bodyPr/>
        <a:lstStyle/>
        <a:p>
          <a:pPr rtl="0"/>
          <a:r>
            <a:rPr lang="en-GB">
              <a:latin typeface="Neue Haas Grotesk Text Pro"/>
            </a:rPr>
            <a:t>Model </a:t>
          </a:r>
        </a:p>
      </dgm:t>
    </dgm:pt>
    <dgm:pt modelId="{0D99E913-57B7-465E-8921-4EE8168A4CFC}" type="parTrans" cxnId="{F5E86CD3-52B0-4F05-A841-F2D1F82960DA}">
      <dgm:prSet/>
      <dgm:spPr/>
    </dgm:pt>
    <dgm:pt modelId="{9C01931A-B0D1-4FC4-AE14-95064037A169}" type="sibTrans" cxnId="{F5E86CD3-52B0-4F05-A841-F2D1F82960DA}">
      <dgm:prSet/>
      <dgm:spPr/>
    </dgm:pt>
    <dgm:pt modelId="{3C580AE2-F4F8-4DA4-B59E-4EEA9D358AD8}">
      <dgm:prSet phldr="0"/>
      <dgm:spPr/>
      <dgm:t>
        <a:bodyPr/>
        <a:lstStyle/>
        <a:p>
          <a:r>
            <a:rPr lang="en-GB">
              <a:latin typeface="Neue Haas Grotesk Text Pro"/>
            </a:rPr>
            <a:t>Generation</a:t>
          </a:r>
        </a:p>
      </dgm:t>
    </dgm:pt>
    <dgm:pt modelId="{709C03CD-7378-4A7F-B312-18E37048C433}" type="parTrans" cxnId="{760EC1FC-4BDE-4387-A37F-3BCBFDC1445C}">
      <dgm:prSet/>
      <dgm:spPr/>
    </dgm:pt>
    <dgm:pt modelId="{3CEBB4D5-0A0B-4E4A-8467-4E3435A7C5B7}" type="sibTrans" cxnId="{760EC1FC-4BDE-4387-A37F-3BCBFDC1445C}">
      <dgm:prSet/>
      <dgm:spPr/>
    </dgm:pt>
    <dgm:pt modelId="{4EFC9031-1E09-42A1-8170-227ED718D452}">
      <dgm:prSet phldr="0"/>
      <dgm:spPr/>
      <dgm:t>
        <a:bodyPr/>
        <a:lstStyle/>
        <a:p>
          <a:pPr rtl="0"/>
          <a:r>
            <a:rPr lang="en-GB">
              <a:latin typeface="Neue Haas Grotesk Text Pro"/>
            </a:rPr>
            <a:t> *First Registration Date*        First Image Label</a:t>
          </a:r>
        </a:p>
      </dgm:t>
    </dgm:pt>
    <dgm:pt modelId="{C2D2C24D-1439-4E0A-9892-6408DDA62495}" type="parTrans" cxnId="{11E2C0E0-0701-4660-8A5D-8A93CEA32AC5}">
      <dgm:prSet/>
      <dgm:spPr/>
    </dgm:pt>
    <dgm:pt modelId="{6A01D60B-752A-4941-A187-004B9C81EC20}" type="sibTrans" cxnId="{11E2C0E0-0701-4660-8A5D-8A93CEA32AC5}">
      <dgm:prSet/>
      <dgm:spPr/>
    </dgm:pt>
    <dgm:pt modelId="{9AC53C0A-B62A-4E04-A43D-6631DE6A0A69}">
      <dgm:prSet phldr="0"/>
      <dgm:spPr/>
      <dgm:t>
        <a:bodyPr/>
        <a:lstStyle/>
        <a:p>
          <a:pPr rtl="0"/>
          <a:r>
            <a:rPr lang="en-GB">
              <a:latin typeface="Neue Haas Grotesk Text Pro"/>
            </a:rPr>
            <a:t>Attention Grabber           Advert Quality</a:t>
          </a:r>
        </a:p>
      </dgm:t>
    </dgm:pt>
    <dgm:pt modelId="{CB5B688E-E12D-4628-9306-6415DF9F10F7}" type="parTrans" cxnId="{E0288E41-7E03-4B39-B87C-A4CADBBD525E}">
      <dgm:prSet/>
      <dgm:spPr/>
    </dgm:pt>
    <dgm:pt modelId="{FD57037D-C24B-493F-ADD5-625CDC448D70}" type="sibTrans" cxnId="{E0288E41-7E03-4B39-B87C-A4CADBBD525E}">
      <dgm:prSet/>
      <dgm:spPr/>
    </dgm:pt>
    <dgm:pt modelId="{DC0111F9-1406-4B4E-B2C8-97E357CD568F}">
      <dgm:prSet phldr="0"/>
      <dgm:spPr/>
      <dgm:t>
        <a:bodyPr/>
        <a:lstStyle/>
        <a:p>
          <a:pPr rtl="0"/>
          <a:r>
            <a:rPr lang="en-GB">
              <a:latin typeface="Neue Haas Grotesk Text Pro"/>
            </a:rPr>
            <a:t>Postcode Area</a:t>
          </a:r>
        </a:p>
      </dgm:t>
    </dgm:pt>
    <dgm:pt modelId="{162A26D2-1F14-4DD1-94DD-F39E8C93E597}" type="parTrans" cxnId="{B4290EC3-8530-44EB-9F0E-6035069B34DB}">
      <dgm:prSet/>
      <dgm:spPr/>
    </dgm:pt>
    <dgm:pt modelId="{29323671-4AE6-4305-BBC2-733457E52E1A}" type="sibTrans" cxnId="{B4290EC3-8530-44EB-9F0E-6035069B34DB}">
      <dgm:prSet/>
      <dgm:spPr/>
    </dgm:pt>
    <dgm:pt modelId="{49300DBF-05BC-4753-81A6-228345038F69}" type="pres">
      <dgm:prSet presAssocID="{CD0CD461-FAD6-437E-B73C-6BB909D0B00C}" presName="linearFlow" presStyleCnt="0">
        <dgm:presLayoutVars>
          <dgm:dir/>
          <dgm:animLvl val="lvl"/>
          <dgm:resizeHandles val="exact"/>
        </dgm:presLayoutVars>
      </dgm:prSet>
      <dgm:spPr/>
    </dgm:pt>
    <dgm:pt modelId="{78DB8DA7-DDE4-44BB-8132-2A0FCEF1B433}" type="pres">
      <dgm:prSet presAssocID="{DB9D18AD-EF9F-4637-AC61-6980078D25F6}" presName="composite" presStyleCnt="0"/>
      <dgm:spPr/>
    </dgm:pt>
    <dgm:pt modelId="{7765DE76-E054-4875-8ADA-F088A4D27837}" type="pres">
      <dgm:prSet presAssocID="{DB9D18AD-EF9F-4637-AC61-6980078D25F6}" presName="parentText" presStyleLbl="alignNode1" presStyleIdx="0" presStyleCnt="2">
        <dgm:presLayoutVars>
          <dgm:chMax val="1"/>
          <dgm:bulletEnabled val="1"/>
        </dgm:presLayoutVars>
      </dgm:prSet>
      <dgm:spPr>
        <a:solidFill>
          <a:srgbClr val="00B050"/>
        </a:solidFill>
      </dgm:spPr>
    </dgm:pt>
    <dgm:pt modelId="{22C25EC1-2121-47E4-92B9-2E8CA253D389}" type="pres">
      <dgm:prSet presAssocID="{DB9D18AD-EF9F-4637-AC61-6980078D25F6}" presName="descendantText" presStyleLbl="alignAcc1" presStyleIdx="0" presStyleCnt="2">
        <dgm:presLayoutVars>
          <dgm:bulletEnabled val="1"/>
        </dgm:presLayoutVars>
      </dgm:prSet>
      <dgm:spPr>
        <a:solidFill>
          <a:schemeClr val="tx1"/>
        </a:solidFill>
      </dgm:spPr>
    </dgm:pt>
    <dgm:pt modelId="{5CEAD7C4-C753-4C07-8544-C4DA27F73131}" type="pres">
      <dgm:prSet presAssocID="{F9C8447B-BACA-489C-AE4C-663B9BBF457D}" presName="sp" presStyleCnt="0"/>
      <dgm:spPr/>
    </dgm:pt>
    <dgm:pt modelId="{AF6F3EFA-CFBC-43E7-A7D8-555087FB8145}" type="pres">
      <dgm:prSet presAssocID="{E7A6D4A1-CC2F-4FAC-B5C9-C33D86F73366}" presName="composite" presStyleCnt="0"/>
      <dgm:spPr/>
    </dgm:pt>
    <dgm:pt modelId="{AE1A7AF4-C283-414F-BCC5-1239E343AD07}" type="pres">
      <dgm:prSet presAssocID="{E7A6D4A1-CC2F-4FAC-B5C9-C33D86F73366}" presName="parentText" presStyleLbl="alignNode1" presStyleIdx="1" presStyleCnt="2">
        <dgm:presLayoutVars>
          <dgm:chMax val="1"/>
          <dgm:bulletEnabled val="1"/>
        </dgm:presLayoutVars>
      </dgm:prSet>
      <dgm:spPr>
        <a:solidFill>
          <a:srgbClr val="00B050"/>
        </a:solidFill>
      </dgm:spPr>
    </dgm:pt>
    <dgm:pt modelId="{B28E9D02-3812-496E-A094-646F2446E675}" type="pres">
      <dgm:prSet presAssocID="{E7A6D4A1-CC2F-4FAC-B5C9-C33D86F73366}" presName="descendantText" presStyleLbl="alignAcc1" presStyleIdx="1" presStyleCnt="2">
        <dgm:presLayoutVars>
          <dgm:bulletEnabled val="1"/>
        </dgm:presLayoutVars>
      </dgm:prSet>
      <dgm:spPr>
        <a:solidFill>
          <a:schemeClr val="tx1"/>
        </a:solidFill>
      </dgm:spPr>
    </dgm:pt>
  </dgm:ptLst>
  <dgm:cxnLst>
    <dgm:cxn modelId="{71FDBE07-4ACF-4373-91F6-687B3DE20D35}" srcId="{E7A6D4A1-CC2F-4FAC-B5C9-C33D86F73366}" destId="{ED872578-C8E9-46D8-B2CB-B760122DDEA0}" srcOrd="1" destOrd="0" parTransId="{E7588776-F04E-49BF-805A-9E9679411F71}" sibTransId="{269A4E56-EEAB-4A72-BC7B-4E5A1BEB4C70}"/>
    <dgm:cxn modelId="{E58DF60D-0620-475E-BE98-1B3DC8673171}" srcId="{E7A6D4A1-CC2F-4FAC-B5C9-C33D86F73366}" destId="{354C8644-F457-495D-A3B2-30CCFD218D23}" srcOrd="2" destOrd="0" parTransId="{28631E41-B070-41A4-B27F-26F3162651DD}" sibTransId="{81B447E2-6B05-4281-ADC7-A6AAD35FD4CD}"/>
    <dgm:cxn modelId="{922CBE17-6B94-4459-A5AD-D366E6AC17CE}" srcId="{DB9D18AD-EF9F-4637-AC61-6980078D25F6}" destId="{749AABE3-505C-453F-A6B6-F341FE4FEFD7}" srcOrd="1" destOrd="0" parTransId="{99E925F4-40B8-4E5E-A388-0E4AEE8991FD}" sibTransId="{D81A8445-337B-4C31-A1FA-229CE6059958}"/>
    <dgm:cxn modelId="{E0288E41-7E03-4B39-B87C-A4CADBBD525E}" srcId="{E7A6D4A1-CC2F-4FAC-B5C9-C33D86F73366}" destId="{9AC53C0A-B62A-4E04-A43D-6631DE6A0A69}" srcOrd="5" destOrd="0" parTransId="{CB5B688E-E12D-4628-9306-6415DF9F10F7}" sibTransId="{FD57037D-C24B-493F-ADD5-625CDC448D70}"/>
    <dgm:cxn modelId="{3E149D63-AAAD-4133-ACDC-74688C3083FA}" type="presOf" srcId="{533059F1-3017-4A4E-B43C-E613058FC6F3}" destId="{22C25EC1-2121-47E4-92B9-2E8CA253D389}" srcOrd="0" destOrd="0" presId="urn:microsoft.com/office/officeart/2005/8/layout/chevron2"/>
    <dgm:cxn modelId="{4C611464-6950-4836-B5C3-75AF6EB8C365}" type="presOf" srcId="{749AABE3-505C-453F-A6B6-F341FE4FEFD7}" destId="{22C25EC1-2121-47E4-92B9-2E8CA253D389}" srcOrd="0" destOrd="1" presId="urn:microsoft.com/office/officeart/2005/8/layout/chevron2"/>
    <dgm:cxn modelId="{8B923A45-D355-4800-8314-A83DB11A6CA6}" type="presOf" srcId="{B3441599-C772-4E2E-AAAC-B3CA575B8B60}" destId="{22C25EC1-2121-47E4-92B9-2E8CA253D389}" srcOrd="0" destOrd="2" presId="urn:microsoft.com/office/officeart/2005/8/layout/chevron2"/>
    <dgm:cxn modelId="{442D7265-11F6-4425-A4D6-ADCF5EAFF7DA}" srcId="{DB9D18AD-EF9F-4637-AC61-6980078D25F6}" destId="{B3441599-C772-4E2E-AAAC-B3CA575B8B60}" srcOrd="2" destOrd="0" parTransId="{CC1FF775-0A7A-468D-B3A1-ACEE348BB43F}" sibTransId="{D3CEA595-7219-473F-9CEA-103DABB10F51}"/>
    <dgm:cxn modelId="{A457136B-E470-42F3-9171-C557ED92F8AC}" type="presOf" srcId="{354C8644-F457-495D-A3B2-30CCFD218D23}" destId="{B28E9D02-3812-496E-A094-646F2446E675}" srcOrd="0" destOrd="2" presId="urn:microsoft.com/office/officeart/2005/8/layout/chevron2"/>
    <dgm:cxn modelId="{82BEFD4D-48F8-4616-A6CF-D4F328A77F6C}" type="presOf" srcId="{336329FE-3923-41F0-AF19-4B35877932A9}" destId="{22C25EC1-2121-47E4-92B9-2E8CA253D389}" srcOrd="0" destOrd="7" presId="urn:microsoft.com/office/officeart/2005/8/layout/chevron2"/>
    <dgm:cxn modelId="{102EC655-F1B4-47FD-85C4-E894EEC3A9C8}" type="presOf" srcId="{9AC53C0A-B62A-4E04-A43D-6631DE6A0A69}" destId="{B28E9D02-3812-496E-A094-646F2446E675}" srcOrd="0" destOrd="5" presId="urn:microsoft.com/office/officeart/2005/8/layout/chevron2"/>
    <dgm:cxn modelId="{37A5F282-55A1-4C0C-BEAB-1DD0A4778181}" srcId="{DB9D18AD-EF9F-4637-AC61-6980078D25F6}" destId="{23714921-FBA0-4CD2-860E-942C4C43735A}" srcOrd="3" destOrd="0" parTransId="{10B9B886-8285-4174-99DF-7A83F2766C5B}" sibTransId="{2050D702-C600-49C7-A9C1-35EC3B30BEF2}"/>
    <dgm:cxn modelId="{6A54D88C-639B-461F-A921-8A0F25402653}" type="presOf" srcId="{ED872578-C8E9-46D8-B2CB-B760122DDEA0}" destId="{B28E9D02-3812-496E-A094-646F2446E675}" srcOrd="0" destOrd="1" presId="urn:microsoft.com/office/officeart/2005/8/layout/chevron2"/>
    <dgm:cxn modelId="{5CB73E8E-109B-45EF-8FEA-3F4FF03BD459}" type="presOf" srcId="{23714921-FBA0-4CD2-860E-942C4C43735A}" destId="{22C25EC1-2121-47E4-92B9-2E8CA253D389}" srcOrd="0" destOrd="3" presId="urn:microsoft.com/office/officeart/2005/8/layout/chevron2"/>
    <dgm:cxn modelId="{22B2F590-0592-4FEE-82B6-17F9B1554F6C}" type="presOf" srcId="{567CFFB4-0A5E-4891-A314-4DC3834B81B4}" destId="{22C25EC1-2121-47E4-92B9-2E8CA253D389}" srcOrd="0" destOrd="5" presId="urn:microsoft.com/office/officeart/2005/8/layout/chevron2"/>
    <dgm:cxn modelId="{B7123A92-B805-4962-B34B-E39AC598F265}" type="presOf" srcId="{DB9D18AD-EF9F-4637-AC61-6980078D25F6}" destId="{7765DE76-E054-4875-8ADA-F088A4D27837}" srcOrd="0" destOrd="0" presId="urn:microsoft.com/office/officeart/2005/8/layout/chevron2"/>
    <dgm:cxn modelId="{DA324899-2E8E-44CA-8663-84611CAD9547}" type="presOf" srcId="{4403B766-5E83-4E1A-9625-FADC3AF3E07E}" destId="{22C25EC1-2121-47E4-92B9-2E8CA253D389}" srcOrd="0" destOrd="4" presId="urn:microsoft.com/office/officeart/2005/8/layout/chevron2"/>
    <dgm:cxn modelId="{8456DDA8-6C27-4558-B694-D5A8CFECB438}" srcId="{DB9D18AD-EF9F-4637-AC61-6980078D25F6}" destId="{533059F1-3017-4A4E-B43C-E613058FC6F3}" srcOrd="0" destOrd="0" parTransId="{59CF17B5-47C6-4CE7-B2D4-CFDD2A5C1D20}" sibTransId="{DFC84626-C2F8-4E9D-841E-B938791370E4}"/>
    <dgm:cxn modelId="{12BCE3A9-CAD3-43B8-802F-880539D6B725}" type="presOf" srcId="{CD0CD461-FAD6-437E-B73C-6BB909D0B00C}" destId="{49300DBF-05BC-4753-81A6-228345038F69}" srcOrd="0" destOrd="0" presId="urn:microsoft.com/office/officeart/2005/8/layout/chevron2"/>
    <dgm:cxn modelId="{1F51E2AA-7132-4081-82A7-769547BFDEC5}" type="presOf" srcId="{0C77B8BE-F796-4476-9CC6-50CD16F8C723}" destId="{B28E9D02-3812-496E-A094-646F2446E675}" srcOrd="0" destOrd="0" presId="urn:microsoft.com/office/officeart/2005/8/layout/chevron2"/>
    <dgm:cxn modelId="{CB3758B1-5B64-4ADE-BD67-12DF067B04F2}" type="presOf" srcId="{3C580AE2-F4F8-4DA4-B59E-4EEA9D358AD8}" destId="{22C25EC1-2121-47E4-92B9-2E8CA253D389}" srcOrd="0" destOrd="8" presId="urn:microsoft.com/office/officeart/2005/8/layout/chevron2"/>
    <dgm:cxn modelId="{E5E53FB4-FB53-477D-8624-80581E294BA4}" type="presOf" srcId="{E7A6D4A1-CC2F-4FAC-B5C9-C33D86F73366}" destId="{AE1A7AF4-C283-414F-BCC5-1239E343AD07}" srcOrd="0" destOrd="0" presId="urn:microsoft.com/office/officeart/2005/8/layout/chevron2"/>
    <dgm:cxn modelId="{583CEABB-CD42-4268-A733-BC58965D815C}" type="presOf" srcId="{92D1241A-979B-4D5B-9082-6F9C2DB44247}" destId="{B28E9D02-3812-496E-A094-646F2446E675}" srcOrd="0" destOrd="3" presId="urn:microsoft.com/office/officeart/2005/8/layout/chevron2"/>
    <dgm:cxn modelId="{B4290EC3-8530-44EB-9F0E-6035069B34DB}" srcId="{E7A6D4A1-CC2F-4FAC-B5C9-C33D86F73366}" destId="{DC0111F9-1406-4B4E-B2C8-97E357CD568F}" srcOrd="6" destOrd="0" parTransId="{162A26D2-1F14-4DD1-94DD-F39E8C93E597}" sibTransId="{29323671-4AE6-4305-BBC2-733457E52E1A}"/>
    <dgm:cxn modelId="{1DB510CD-B016-4482-BF15-69C272EB1F6B}" srcId="{E7A6D4A1-CC2F-4FAC-B5C9-C33D86F73366}" destId="{0C77B8BE-F796-4476-9CC6-50CD16F8C723}" srcOrd="0" destOrd="0" parTransId="{CEC63C8A-B8E2-45F9-B651-A81378AB7D1A}" sibTransId="{0516118E-8D04-4722-99ED-3F283FFB53F9}"/>
    <dgm:cxn modelId="{EB63BED0-620C-4F8C-B599-2CED1A6C3225}" srcId="{E7A6D4A1-CC2F-4FAC-B5C9-C33D86F73366}" destId="{92D1241A-979B-4D5B-9082-6F9C2DB44247}" srcOrd="3" destOrd="0" parTransId="{0C2A90BD-079E-4BC2-A946-0B769C06EB28}" sibTransId="{5CEC4D3A-3057-462F-98AD-70D579FA6ECF}"/>
    <dgm:cxn modelId="{F5E86CD3-52B0-4F05-A841-F2D1F82960DA}" srcId="{DB9D18AD-EF9F-4637-AC61-6980078D25F6}" destId="{336329FE-3923-41F0-AF19-4B35877932A9}" srcOrd="7" destOrd="0" parTransId="{0D99E913-57B7-465E-8921-4EE8168A4CFC}" sibTransId="{9C01931A-B0D1-4FC4-AE14-95064037A169}"/>
    <dgm:cxn modelId="{0E1916D4-5FE3-4480-AFB7-03A92BF2A18B}" type="presOf" srcId="{4EFC9031-1E09-42A1-8170-227ED718D452}" destId="{B28E9D02-3812-496E-A094-646F2446E675}" srcOrd="0" destOrd="4" presId="urn:microsoft.com/office/officeart/2005/8/layout/chevron2"/>
    <dgm:cxn modelId="{7BAAB4D8-27FD-4F49-858B-3E488248D3AE}" srcId="{DB9D18AD-EF9F-4637-AC61-6980078D25F6}" destId="{4403B766-5E83-4E1A-9625-FADC3AF3E07E}" srcOrd="4" destOrd="0" parTransId="{D06493F8-7110-4C26-B57A-A4EB20959254}" sibTransId="{714E8545-0C12-453F-8B27-7A961E393CFE}"/>
    <dgm:cxn modelId="{982B2ADF-CA79-4B22-97BD-66A3A0CDCD6D}" srcId="{DB9D18AD-EF9F-4637-AC61-6980078D25F6}" destId="{567CFFB4-0A5E-4891-A314-4DC3834B81B4}" srcOrd="5" destOrd="0" parTransId="{019A0687-0E28-4496-B47F-9D86396E8C9A}" sibTransId="{0B9EA1AC-7C20-4163-ACCF-747F1348CDE9}"/>
    <dgm:cxn modelId="{11E2C0E0-0701-4660-8A5D-8A93CEA32AC5}" srcId="{E7A6D4A1-CC2F-4FAC-B5C9-C33D86F73366}" destId="{4EFC9031-1E09-42A1-8170-227ED718D452}" srcOrd="4" destOrd="0" parTransId="{C2D2C24D-1439-4E0A-9892-6408DDA62495}" sibTransId="{6A01D60B-752A-4941-A187-004B9C81EC20}"/>
    <dgm:cxn modelId="{210FE7E3-35A7-4E30-AFAE-1121341DAF49}" srcId="{CD0CD461-FAD6-437E-B73C-6BB909D0B00C}" destId="{E7A6D4A1-CC2F-4FAC-B5C9-C33D86F73366}" srcOrd="1" destOrd="0" parTransId="{0AF6EC1E-E598-44D8-9FEB-00A361A6F8F0}" sibTransId="{5E15B86D-FA43-4C32-91DD-6C07FAB1B031}"/>
    <dgm:cxn modelId="{31B76FEF-9544-495B-8DD8-B607D84FDE4C}" srcId="{DB9D18AD-EF9F-4637-AC61-6980078D25F6}" destId="{133A055A-A644-43AF-BE45-4726EC15AC61}" srcOrd="6" destOrd="0" parTransId="{E4E0CEFA-58E4-432C-878D-93EAFA0797B0}" sibTransId="{58FC38E3-DACC-4E86-AD6F-BD284F2D2B1B}"/>
    <dgm:cxn modelId="{D96934F0-22EB-414B-9462-E856BD39F9D0}" type="presOf" srcId="{DC0111F9-1406-4B4E-B2C8-97E357CD568F}" destId="{B28E9D02-3812-496E-A094-646F2446E675}" srcOrd="0" destOrd="6" presId="urn:microsoft.com/office/officeart/2005/8/layout/chevron2"/>
    <dgm:cxn modelId="{3DA44CF4-B37A-47A8-8618-A1A8313ABA10}" srcId="{CD0CD461-FAD6-437E-B73C-6BB909D0B00C}" destId="{DB9D18AD-EF9F-4637-AC61-6980078D25F6}" srcOrd="0" destOrd="0" parTransId="{896931F7-D365-4990-9DB7-D70DD73059F0}" sibTransId="{F9C8447B-BACA-489C-AE4C-663B9BBF457D}"/>
    <dgm:cxn modelId="{EE2D13F8-BE07-4B33-A2BA-7E00A529F4C3}" type="presOf" srcId="{133A055A-A644-43AF-BE45-4726EC15AC61}" destId="{22C25EC1-2121-47E4-92B9-2E8CA253D389}" srcOrd="0" destOrd="6" presId="urn:microsoft.com/office/officeart/2005/8/layout/chevron2"/>
    <dgm:cxn modelId="{760EC1FC-4BDE-4387-A37F-3BCBFDC1445C}" srcId="{DB9D18AD-EF9F-4637-AC61-6980078D25F6}" destId="{3C580AE2-F4F8-4DA4-B59E-4EEA9D358AD8}" srcOrd="8" destOrd="0" parTransId="{709C03CD-7378-4A7F-B312-18E37048C433}" sibTransId="{3CEBB4D5-0A0B-4E4A-8467-4E3435A7C5B7}"/>
    <dgm:cxn modelId="{EB512B1B-1A94-4092-84E1-D6391A1A4FD5}" type="presParOf" srcId="{49300DBF-05BC-4753-81A6-228345038F69}" destId="{78DB8DA7-DDE4-44BB-8132-2A0FCEF1B433}" srcOrd="0" destOrd="0" presId="urn:microsoft.com/office/officeart/2005/8/layout/chevron2"/>
    <dgm:cxn modelId="{BD0932A4-30A7-4D20-BD56-129D823C1349}" type="presParOf" srcId="{78DB8DA7-DDE4-44BB-8132-2A0FCEF1B433}" destId="{7765DE76-E054-4875-8ADA-F088A4D27837}" srcOrd="0" destOrd="0" presId="urn:microsoft.com/office/officeart/2005/8/layout/chevron2"/>
    <dgm:cxn modelId="{AAA33158-AAE0-4641-8401-66793062BACC}" type="presParOf" srcId="{78DB8DA7-DDE4-44BB-8132-2A0FCEF1B433}" destId="{22C25EC1-2121-47E4-92B9-2E8CA253D389}" srcOrd="1" destOrd="0" presId="urn:microsoft.com/office/officeart/2005/8/layout/chevron2"/>
    <dgm:cxn modelId="{DFB06E15-6F36-434A-A0B3-56EA35122961}" type="presParOf" srcId="{49300DBF-05BC-4753-81A6-228345038F69}" destId="{5CEAD7C4-C753-4C07-8544-C4DA27F73131}" srcOrd="1" destOrd="0" presId="urn:microsoft.com/office/officeart/2005/8/layout/chevron2"/>
    <dgm:cxn modelId="{79C46A9B-A9A8-4947-B3DB-082D8AED9211}" type="presParOf" srcId="{49300DBF-05BC-4753-81A6-228345038F69}" destId="{AF6F3EFA-CFBC-43E7-A7D8-555087FB8145}" srcOrd="2" destOrd="0" presId="urn:microsoft.com/office/officeart/2005/8/layout/chevron2"/>
    <dgm:cxn modelId="{7731DB3E-96FB-4DAB-AE3D-D9DD5315EA89}" type="presParOf" srcId="{AF6F3EFA-CFBC-43E7-A7D8-555087FB8145}" destId="{AE1A7AF4-C283-414F-BCC5-1239E343AD07}" srcOrd="0" destOrd="0" presId="urn:microsoft.com/office/officeart/2005/8/layout/chevron2"/>
    <dgm:cxn modelId="{B40D96E3-041F-47D2-A320-4485959884E3}" type="presParOf" srcId="{AF6F3EFA-CFBC-43E7-A7D8-555087FB8145}" destId="{B28E9D02-3812-496E-A094-646F2446E675}"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855D7AF-909A-4372-8AD9-A5808985A972}" type="doc">
      <dgm:prSet loTypeId="urn:microsoft.com/office/officeart/2005/8/layout/hProcess3" loCatId="process" qsTypeId="urn:microsoft.com/office/officeart/2005/8/quickstyle/simple1" qsCatId="simple" csTypeId="urn:microsoft.com/office/officeart/2005/8/colors/accent1_2" csCatId="accent1" phldr="1"/>
      <dgm:spPr/>
    </dgm:pt>
    <dgm:pt modelId="{DEB6D145-75FB-4237-A4D1-997D46EEAC99}">
      <dgm:prSet phldrT="[Text]" phldr="0"/>
      <dgm:spPr/>
      <dgm:t>
        <a:bodyPr/>
        <a:lstStyle/>
        <a:p>
          <a:pPr rtl="0"/>
          <a:r>
            <a:rPr lang="en-GB" b="1">
              <a:latin typeface="Neue Haas Grotesk Text Pro"/>
            </a:rPr>
            <a:t>Interquartile Range Outlier Removal</a:t>
          </a:r>
          <a:endParaRPr lang="en-GB" b="1"/>
        </a:p>
      </dgm:t>
    </dgm:pt>
    <dgm:pt modelId="{6CBE3457-F502-4B26-9B84-1C52977D1691}" type="parTrans" cxnId="{780511D7-81D4-4813-B73F-BA6A5B6270E7}">
      <dgm:prSet/>
      <dgm:spPr/>
    </dgm:pt>
    <dgm:pt modelId="{0B699AF3-718C-4350-822A-4716489F3CDC}" type="sibTrans" cxnId="{780511D7-81D4-4813-B73F-BA6A5B6270E7}">
      <dgm:prSet/>
      <dgm:spPr/>
    </dgm:pt>
    <dgm:pt modelId="{40BD2A65-7650-4A81-8C1D-8AAF41C8B559}" type="pres">
      <dgm:prSet presAssocID="{1855D7AF-909A-4372-8AD9-A5808985A972}" presName="Name0" presStyleCnt="0">
        <dgm:presLayoutVars>
          <dgm:dir/>
          <dgm:animLvl val="lvl"/>
          <dgm:resizeHandles val="exact"/>
        </dgm:presLayoutVars>
      </dgm:prSet>
      <dgm:spPr/>
    </dgm:pt>
    <dgm:pt modelId="{73458A3B-888A-4FC1-BA0E-CA297786C35B}" type="pres">
      <dgm:prSet presAssocID="{1855D7AF-909A-4372-8AD9-A5808985A972}" presName="dummy" presStyleCnt="0"/>
      <dgm:spPr/>
    </dgm:pt>
    <dgm:pt modelId="{5A4C2176-E249-4E3E-B8B1-103922668FE5}" type="pres">
      <dgm:prSet presAssocID="{1855D7AF-909A-4372-8AD9-A5808985A972}" presName="linH" presStyleCnt="0"/>
      <dgm:spPr/>
    </dgm:pt>
    <dgm:pt modelId="{F234F135-31E8-4AB7-98B0-FBA7D0C9EFE5}" type="pres">
      <dgm:prSet presAssocID="{1855D7AF-909A-4372-8AD9-A5808985A972}" presName="padding1" presStyleCnt="0"/>
      <dgm:spPr/>
    </dgm:pt>
    <dgm:pt modelId="{5661B9B4-1508-4F8C-A82A-68A6AAAE0391}" type="pres">
      <dgm:prSet presAssocID="{DEB6D145-75FB-4237-A4D1-997D46EEAC99}" presName="linV" presStyleCnt="0"/>
      <dgm:spPr/>
    </dgm:pt>
    <dgm:pt modelId="{D003AE07-C253-4902-A2D0-4219611DC41F}" type="pres">
      <dgm:prSet presAssocID="{DEB6D145-75FB-4237-A4D1-997D46EEAC99}" presName="spVertical1" presStyleCnt="0"/>
      <dgm:spPr/>
    </dgm:pt>
    <dgm:pt modelId="{265716DD-0A1C-4335-A133-E63BC7AEDB2E}" type="pres">
      <dgm:prSet presAssocID="{DEB6D145-75FB-4237-A4D1-997D46EEAC99}" presName="parTx" presStyleLbl="revTx" presStyleIdx="0" presStyleCnt="1">
        <dgm:presLayoutVars>
          <dgm:chMax val="0"/>
          <dgm:chPref val="0"/>
          <dgm:bulletEnabled val="1"/>
        </dgm:presLayoutVars>
      </dgm:prSet>
      <dgm:spPr/>
    </dgm:pt>
    <dgm:pt modelId="{2F68D7AC-5931-4D1D-9D44-F0551EC9BAD8}" type="pres">
      <dgm:prSet presAssocID="{DEB6D145-75FB-4237-A4D1-997D46EEAC99}" presName="spVertical2" presStyleCnt="0"/>
      <dgm:spPr/>
    </dgm:pt>
    <dgm:pt modelId="{93762AEC-5B0D-4510-A677-ED5A49D21462}" type="pres">
      <dgm:prSet presAssocID="{DEB6D145-75FB-4237-A4D1-997D46EEAC99}" presName="spVertical3" presStyleCnt="0"/>
      <dgm:spPr/>
    </dgm:pt>
    <dgm:pt modelId="{A0B8875D-D639-45D3-920D-A48C48EF2217}" type="pres">
      <dgm:prSet presAssocID="{1855D7AF-909A-4372-8AD9-A5808985A972}" presName="padding2" presStyleCnt="0"/>
      <dgm:spPr/>
    </dgm:pt>
    <dgm:pt modelId="{FBC088BF-82D8-4233-86BC-20A60609BAC5}" type="pres">
      <dgm:prSet presAssocID="{1855D7AF-909A-4372-8AD9-A5808985A972}" presName="negArrow" presStyleCnt="0"/>
      <dgm:spPr/>
    </dgm:pt>
    <dgm:pt modelId="{049BF7A9-82BC-4D03-BDD1-FE2B9E56D3BA}" type="pres">
      <dgm:prSet presAssocID="{1855D7AF-909A-4372-8AD9-A5808985A972}" presName="backgroundArrow" presStyleLbl="node1" presStyleIdx="0" presStyleCnt="1"/>
      <dgm:spPr>
        <a:solidFill>
          <a:srgbClr val="05255C"/>
        </a:solidFill>
      </dgm:spPr>
    </dgm:pt>
  </dgm:ptLst>
  <dgm:cxnLst>
    <dgm:cxn modelId="{8ACBD614-E03B-49EE-B8CF-313BF4EBE76D}" type="presOf" srcId="{1855D7AF-909A-4372-8AD9-A5808985A972}" destId="{40BD2A65-7650-4A81-8C1D-8AAF41C8B559}" srcOrd="0" destOrd="0" presId="urn:microsoft.com/office/officeart/2005/8/layout/hProcess3"/>
    <dgm:cxn modelId="{5E9C31D6-54DE-48E6-AA89-F79D681E2FB5}" type="presOf" srcId="{DEB6D145-75FB-4237-A4D1-997D46EEAC99}" destId="{265716DD-0A1C-4335-A133-E63BC7AEDB2E}" srcOrd="0" destOrd="0" presId="urn:microsoft.com/office/officeart/2005/8/layout/hProcess3"/>
    <dgm:cxn modelId="{780511D7-81D4-4813-B73F-BA6A5B6270E7}" srcId="{1855D7AF-909A-4372-8AD9-A5808985A972}" destId="{DEB6D145-75FB-4237-A4D1-997D46EEAC99}" srcOrd="0" destOrd="0" parTransId="{6CBE3457-F502-4B26-9B84-1C52977D1691}" sibTransId="{0B699AF3-718C-4350-822A-4716489F3CDC}"/>
    <dgm:cxn modelId="{FC1846B1-708A-48CB-8EEB-6D26ACD196C8}" type="presParOf" srcId="{40BD2A65-7650-4A81-8C1D-8AAF41C8B559}" destId="{73458A3B-888A-4FC1-BA0E-CA297786C35B}" srcOrd="0" destOrd="0" presId="urn:microsoft.com/office/officeart/2005/8/layout/hProcess3"/>
    <dgm:cxn modelId="{5E4ED6FB-F4F0-4792-B6CC-8DCAEEBC09DC}" type="presParOf" srcId="{40BD2A65-7650-4A81-8C1D-8AAF41C8B559}" destId="{5A4C2176-E249-4E3E-B8B1-103922668FE5}" srcOrd="1" destOrd="0" presId="urn:microsoft.com/office/officeart/2005/8/layout/hProcess3"/>
    <dgm:cxn modelId="{52E07AC5-72DC-4A17-AD53-AAFCF198C327}" type="presParOf" srcId="{5A4C2176-E249-4E3E-B8B1-103922668FE5}" destId="{F234F135-31E8-4AB7-98B0-FBA7D0C9EFE5}" srcOrd="0" destOrd="0" presId="urn:microsoft.com/office/officeart/2005/8/layout/hProcess3"/>
    <dgm:cxn modelId="{BABBD0E0-67B9-4001-9DED-05176DA46B3D}" type="presParOf" srcId="{5A4C2176-E249-4E3E-B8B1-103922668FE5}" destId="{5661B9B4-1508-4F8C-A82A-68A6AAAE0391}" srcOrd="1" destOrd="0" presId="urn:microsoft.com/office/officeart/2005/8/layout/hProcess3"/>
    <dgm:cxn modelId="{A8873F14-F492-42F4-865E-FB3387606655}" type="presParOf" srcId="{5661B9B4-1508-4F8C-A82A-68A6AAAE0391}" destId="{D003AE07-C253-4902-A2D0-4219611DC41F}" srcOrd="0" destOrd="0" presId="urn:microsoft.com/office/officeart/2005/8/layout/hProcess3"/>
    <dgm:cxn modelId="{E0A1B106-99A0-41BD-A4B4-83A9EC8418B1}" type="presParOf" srcId="{5661B9B4-1508-4F8C-A82A-68A6AAAE0391}" destId="{265716DD-0A1C-4335-A133-E63BC7AEDB2E}" srcOrd="1" destOrd="0" presId="urn:microsoft.com/office/officeart/2005/8/layout/hProcess3"/>
    <dgm:cxn modelId="{98A7E3A1-52D3-47E8-A902-48CCCA3373C5}" type="presParOf" srcId="{5661B9B4-1508-4F8C-A82A-68A6AAAE0391}" destId="{2F68D7AC-5931-4D1D-9D44-F0551EC9BAD8}" srcOrd="2" destOrd="0" presId="urn:microsoft.com/office/officeart/2005/8/layout/hProcess3"/>
    <dgm:cxn modelId="{2491348F-7C8D-4AAF-87F0-AFF756614C80}" type="presParOf" srcId="{5661B9B4-1508-4F8C-A82A-68A6AAAE0391}" destId="{93762AEC-5B0D-4510-A677-ED5A49D21462}" srcOrd="3" destOrd="0" presId="urn:microsoft.com/office/officeart/2005/8/layout/hProcess3"/>
    <dgm:cxn modelId="{0BA7C883-86FB-4AB9-BA65-0F7A328D6060}" type="presParOf" srcId="{5A4C2176-E249-4E3E-B8B1-103922668FE5}" destId="{A0B8875D-D639-45D3-920D-A48C48EF2217}" srcOrd="2" destOrd="0" presId="urn:microsoft.com/office/officeart/2005/8/layout/hProcess3"/>
    <dgm:cxn modelId="{9557CE03-D5EB-4EC7-8D53-730BBDBA8A0B}" type="presParOf" srcId="{5A4C2176-E249-4E3E-B8B1-103922668FE5}" destId="{FBC088BF-82D8-4233-86BC-20A60609BAC5}" srcOrd="3" destOrd="0" presId="urn:microsoft.com/office/officeart/2005/8/layout/hProcess3"/>
    <dgm:cxn modelId="{231F056C-48A5-4D7C-B21B-0D1242F7D789}" type="presParOf" srcId="{5A4C2176-E249-4E3E-B8B1-103922668FE5}" destId="{049BF7A9-82BC-4D03-BDD1-FE2B9E56D3BA}" srcOrd="4" destOrd="0" presId="urn:microsoft.com/office/officeart/2005/8/layout/h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4E7DF47-85E6-427A-9DDB-9F6FAE4AD44F}"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GB"/>
        </a:p>
      </dgm:t>
    </dgm:pt>
    <dgm:pt modelId="{7ABB0F9F-3B18-42D0-A9EC-F8192DB51EEA}">
      <dgm:prSet phldrT="[Text]" phldr="0"/>
      <dgm:spPr>
        <a:solidFill>
          <a:srgbClr val="991310"/>
        </a:solidFill>
      </dgm:spPr>
      <dgm:t>
        <a:bodyPr/>
        <a:lstStyle/>
        <a:p>
          <a:pPr rtl="0"/>
          <a:r>
            <a:rPr lang="en-GB">
              <a:latin typeface="Arial"/>
            </a:rPr>
            <a:t>Days To Sell</a:t>
          </a:r>
          <a:endParaRPr lang="en-GB"/>
        </a:p>
      </dgm:t>
    </dgm:pt>
    <dgm:pt modelId="{E8C00C94-EFF4-40F4-8B97-1032DFF3180E}" type="parTrans" cxnId="{0343BC8E-8915-4242-9404-4638CA08530A}">
      <dgm:prSet/>
      <dgm:spPr>
        <a:solidFill>
          <a:srgbClr val="05255C"/>
        </a:solidFill>
      </dgm:spPr>
      <dgm:t>
        <a:bodyPr/>
        <a:lstStyle/>
        <a:p>
          <a:endParaRPr lang="en-GB"/>
        </a:p>
      </dgm:t>
    </dgm:pt>
    <dgm:pt modelId="{44600F54-0057-4855-8BA2-4AA7CD602333}" type="sibTrans" cxnId="{0343BC8E-8915-4242-9404-4638CA08530A}">
      <dgm:prSet/>
      <dgm:spPr/>
      <dgm:t>
        <a:bodyPr/>
        <a:lstStyle/>
        <a:p>
          <a:endParaRPr lang="en-GB"/>
        </a:p>
      </dgm:t>
    </dgm:pt>
    <dgm:pt modelId="{27C3CA57-14E8-41FD-9275-B9D7ACA94B32}">
      <dgm:prSet phldr="0"/>
      <dgm:spPr>
        <a:solidFill>
          <a:srgbClr val="991310"/>
        </a:solidFill>
      </dgm:spPr>
      <dgm:t>
        <a:bodyPr/>
        <a:lstStyle/>
        <a:p>
          <a:pPr rtl="0"/>
          <a:r>
            <a:rPr lang="en-GB">
              <a:latin typeface="Arial"/>
            </a:rPr>
            <a:t> Odometer Readings</a:t>
          </a:r>
        </a:p>
      </dgm:t>
    </dgm:pt>
    <dgm:pt modelId="{47414B40-9724-4071-8DC6-09B4024A685A}" type="parTrans" cxnId="{79CA9EE8-3B66-47A0-83C7-A50358DCB4BD}">
      <dgm:prSet/>
      <dgm:spPr>
        <a:solidFill>
          <a:srgbClr val="05255C"/>
        </a:solidFill>
      </dgm:spPr>
    </dgm:pt>
    <dgm:pt modelId="{720971B4-CEB2-45F2-861D-483E5B14C7B8}" type="sibTrans" cxnId="{79CA9EE8-3B66-47A0-83C7-A50358DCB4BD}">
      <dgm:prSet/>
      <dgm:spPr/>
    </dgm:pt>
    <dgm:pt modelId="{1DA32CE4-1B07-44BB-AF1F-9DE1BA2E330E}">
      <dgm:prSet phldr="0"/>
      <dgm:spPr>
        <a:solidFill>
          <a:srgbClr val="991310"/>
        </a:solidFill>
      </dgm:spPr>
      <dgm:t>
        <a:bodyPr/>
        <a:lstStyle/>
        <a:p>
          <a:pPr rtl="0"/>
          <a:r>
            <a:rPr lang="en-GB">
              <a:latin typeface="Arial"/>
            </a:rPr>
            <a:t> Vehicle Age</a:t>
          </a:r>
        </a:p>
      </dgm:t>
    </dgm:pt>
    <dgm:pt modelId="{4289C36D-F4DE-43DE-B0C8-BFF22CC17A8A}" type="parTrans" cxnId="{46140363-432A-4209-90F8-CA1F17653563}">
      <dgm:prSet/>
      <dgm:spPr>
        <a:solidFill>
          <a:srgbClr val="05255C"/>
        </a:solidFill>
      </dgm:spPr>
    </dgm:pt>
    <dgm:pt modelId="{574653FC-EB1B-4D7A-9B3A-D7A531A1EDC6}" type="sibTrans" cxnId="{46140363-432A-4209-90F8-CA1F17653563}">
      <dgm:prSet/>
      <dgm:spPr/>
    </dgm:pt>
    <dgm:pt modelId="{32241985-3AB0-4C77-B89C-C1365B7AD4F0}" type="pres">
      <dgm:prSet presAssocID="{34E7DF47-85E6-427A-9DDB-9F6FAE4AD44F}" presName="composite" presStyleCnt="0">
        <dgm:presLayoutVars>
          <dgm:chMax val="5"/>
          <dgm:dir/>
          <dgm:animLvl val="ctr"/>
          <dgm:resizeHandles val="exact"/>
        </dgm:presLayoutVars>
      </dgm:prSet>
      <dgm:spPr/>
    </dgm:pt>
    <dgm:pt modelId="{E4295F7D-A74B-4609-B116-A45A3F508AF7}" type="pres">
      <dgm:prSet presAssocID="{34E7DF47-85E6-427A-9DDB-9F6FAE4AD44F}" presName="cycle" presStyleCnt="0"/>
      <dgm:spPr/>
    </dgm:pt>
    <dgm:pt modelId="{58E8E613-4713-4D3B-9B40-B3A406A015E3}" type="pres">
      <dgm:prSet presAssocID="{34E7DF47-85E6-427A-9DDB-9F6FAE4AD44F}" presName="centerShape" presStyleCnt="0"/>
      <dgm:spPr/>
    </dgm:pt>
    <dgm:pt modelId="{49C79A51-6040-475D-B384-CAB7BC932B71}" type="pres">
      <dgm:prSet presAssocID="{34E7DF47-85E6-427A-9DDB-9F6FAE4AD44F}" presName="connSite" presStyleLbl="node1" presStyleIdx="0" presStyleCnt="4"/>
      <dgm:spPr/>
    </dgm:pt>
    <dgm:pt modelId="{B10C0033-3605-49A4-BFEB-6E357A301318}" type="pres">
      <dgm:prSet presAssocID="{34E7DF47-85E6-427A-9DDB-9F6FAE4AD44F}" presName="visible" presStyleLbl="node1" presStyleIdx="0" presStyleCnt="4"/>
      <dgm:spPr>
        <a:solidFill>
          <a:srgbClr val="991310"/>
        </a:solidFill>
      </dgm:spPr>
    </dgm:pt>
    <dgm:pt modelId="{56C3FFE2-77CC-4ED3-B296-0F5FDD6603FF}" type="pres">
      <dgm:prSet presAssocID="{E8C00C94-EFF4-40F4-8B97-1032DFF3180E}" presName="Name25" presStyleLbl="parChTrans1D1" presStyleIdx="0" presStyleCnt="3"/>
      <dgm:spPr/>
    </dgm:pt>
    <dgm:pt modelId="{B42D84A6-A507-45B0-93CC-838E8261D869}" type="pres">
      <dgm:prSet presAssocID="{7ABB0F9F-3B18-42D0-A9EC-F8192DB51EEA}" presName="node" presStyleCnt="0"/>
      <dgm:spPr/>
    </dgm:pt>
    <dgm:pt modelId="{AD2F45B3-1ECA-4512-8B00-9E9002DDB031}" type="pres">
      <dgm:prSet presAssocID="{7ABB0F9F-3B18-42D0-A9EC-F8192DB51EEA}" presName="parentNode" presStyleLbl="node1" presStyleIdx="1" presStyleCnt="4">
        <dgm:presLayoutVars>
          <dgm:chMax val="1"/>
          <dgm:bulletEnabled val="1"/>
        </dgm:presLayoutVars>
      </dgm:prSet>
      <dgm:spPr/>
    </dgm:pt>
    <dgm:pt modelId="{F307E31D-C952-4C93-AF9D-54E4B09A995A}" type="pres">
      <dgm:prSet presAssocID="{7ABB0F9F-3B18-42D0-A9EC-F8192DB51EEA}" presName="childNode" presStyleLbl="revTx" presStyleIdx="0" presStyleCnt="0">
        <dgm:presLayoutVars>
          <dgm:bulletEnabled val="1"/>
        </dgm:presLayoutVars>
      </dgm:prSet>
      <dgm:spPr/>
    </dgm:pt>
    <dgm:pt modelId="{3353ED9D-5C97-4647-8D42-9A76BA3FF493}" type="pres">
      <dgm:prSet presAssocID="{47414B40-9724-4071-8DC6-09B4024A685A}" presName="Name25" presStyleLbl="parChTrans1D1" presStyleIdx="1" presStyleCnt="3"/>
      <dgm:spPr/>
    </dgm:pt>
    <dgm:pt modelId="{E26B3204-402B-46C1-A967-F7780D3703E1}" type="pres">
      <dgm:prSet presAssocID="{27C3CA57-14E8-41FD-9275-B9D7ACA94B32}" presName="node" presStyleCnt="0"/>
      <dgm:spPr/>
    </dgm:pt>
    <dgm:pt modelId="{36F45FF5-5948-4C96-B009-CB8A60D29036}" type="pres">
      <dgm:prSet presAssocID="{27C3CA57-14E8-41FD-9275-B9D7ACA94B32}" presName="parentNode" presStyleLbl="node1" presStyleIdx="2" presStyleCnt="4">
        <dgm:presLayoutVars>
          <dgm:chMax val="1"/>
          <dgm:bulletEnabled val="1"/>
        </dgm:presLayoutVars>
      </dgm:prSet>
      <dgm:spPr/>
    </dgm:pt>
    <dgm:pt modelId="{62E91F23-7BEE-4C41-B2AF-488A3866C64C}" type="pres">
      <dgm:prSet presAssocID="{27C3CA57-14E8-41FD-9275-B9D7ACA94B32}" presName="childNode" presStyleLbl="revTx" presStyleIdx="0" presStyleCnt="0">
        <dgm:presLayoutVars>
          <dgm:bulletEnabled val="1"/>
        </dgm:presLayoutVars>
      </dgm:prSet>
      <dgm:spPr/>
    </dgm:pt>
    <dgm:pt modelId="{B4D5DF79-1A61-4E3C-AA7C-EF877BBCC333}" type="pres">
      <dgm:prSet presAssocID="{4289C36D-F4DE-43DE-B0C8-BFF22CC17A8A}" presName="Name25" presStyleLbl="parChTrans1D1" presStyleIdx="2" presStyleCnt="3"/>
      <dgm:spPr/>
    </dgm:pt>
    <dgm:pt modelId="{8983FCD3-4B2B-4802-8735-BC5BC206A060}" type="pres">
      <dgm:prSet presAssocID="{1DA32CE4-1B07-44BB-AF1F-9DE1BA2E330E}" presName="node" presStyleCnt="0"/>
      <dgm:spPr/>
    </dgm:pt>
    <dgm:pt modelId="{E79D4046-4292-46ED-9AC5-24F655E6DB7F}" type="pres">
      <dgm:prSet presAssocID="{1DA32CE4-1B07-44BB-AF1F-9DE1BA2E330E}" presName="parentNode" presStyleLbl="node1" presStyleIdx="3" presStyleCnt="4">
        <dgm:presLayoutVars>
          <dgm:chMax val="1"/>
          <dgm:bulletEnabled val="1"/>
        </dgm:presLayoutVars>
      </dgm:prSet>
      <dgm:spPr/>
    </dgm:pt>
    <dgm:pt modelId="{D3C947D6-A650-4C62-8050-010BBA1F392D}" type="pres">
      <dgm:prSet presAssocID="{1DA32CE4-1B07-44BB-AF1F-9DE1BA2E330E}" presName="childNode" presStyleLbl="revTx" presStyleIdx="0" presStyleCnt="0">
        <dgm:presLayoutVars>
          <dgm:bulletEnabled val="1"/>
        </dgm:presLayoutVars>
      </dgm:prSet>
      <dgm:spPr/>
    </dgm:pt>
  </dgm:ptLst>
  <dgm:cxnLst>
    <dgm:cxn modelId="{791EB12A-E682-43D0-9330-92C35C8D265C}" type="presOf" srcId="{7ABB0F9F-3B18-42D0-A9EC-F8192DB51EEA}" destId="{AD2F45B3-1ECA-4512-8B00-9E9002DDB031}" srcOrd="0" destOrd="0" presId="urn:microsoft.com/office/officeart/2005/8/layout/radial2"/>
    <dgm:cxn modelId="{EDEE682D-5437-4BA4-A0BF-76138F03D2D5}" type="presOf" srcId="{34E7DF47-85E6-427A-9DDB-9F6FAE4AD44F}" destId="{32241985-3AB0-4C77-B89C-C1365B7AD4F0}" srcOrd="0" destOrd="0" presId="urn:microsoft.com/office/officeart/2005/8/layout/radial2"/>
    <dgm:cxn modelId="{ADC60740-D38A-4C7F-98F4-C0E2492094D4}" type="presOf" srcId="{4289C36D-F4DE-43DE-B0C8-BFF22CC17A8A}" destId="{B4D5DF79-1A61-4E3C-AA7C-EF877BBCC333}" srcOrd="0" destOrd="0" presId="urn:microsoft.com/office/officeart/2005/8/layout/radial2"/>
    <dgm:cxn modelId="{CF43015C-1777-4161-8815-D36CE9A76360}" type="presOf" srcId="{1DA32CE4-1B07-44BB-AF1F-9DE1BA2E330E}" destId="{E79D4046-4292-46ED-9AC5-24F655E6DB7F}" srcOrd="0" destOrd="0" presId="urn:microsoft.com/office/officeart/2005/8/layout/radial2"/>
    <dgm:cxn modelId="{46140363-432A-4209-90F8-CA1F17653563}" srcId="{34E7DF47-85E6-427A-9DDB-9F6FAE4AD44F}" destId="{1DA32CE4-1B07-44BB-AF1F-9DE1BA2E330E}" srcOrd="2" destOrd="0" parTransId="{4289C36D-F4DE-43DE-B0C8-BFF22CC17A8A}" sibTransId="{574653FC-EB1B-4D7A-9B3A-D7A531A1EDC6}"/>
    <dgm:cxn modelId="{0343BC8E-8915-4242-9404-4638CA08530A}" srcId="{34E7DF47-85E6-427A-9DDB-9F6FAE4AD44F}" destId="{7ABB0F9F-3B18-42D0-A9EC-F8192DB51EEA}" srcOrd="0" destOrd="0" parTransId="{E8C00C94-EFF4-40F4-8B97-1032DFF3180E}" sibTransId="{44600F54-0057-4855-8BA2-4AA7CD602333}"/>
    <dgm:cxn modelId="{0FB2BBB5-D894-48C7-A10C-84EB0D388F42}" type="presOf" srcId="{E8C00C94-EFF4-40F4-8B97-1032DFF3180E}" destId="{56C3FFE2-77CC-4ED3-B296-0F5FDD6603FF}" srcOrd="0" destOrd="0" presId="urn:microsoft.com/office/officeart/2005/8/layout/radial2"/>
    <dgm:cxn modelId="{54A58EC6-51DB-47B7-BDEB-C8BC62A30956}" type="presOf" srcId="{47414B40-9724-4071-8DC6-09B4024A685A}" destId="{3353ED9D-5C97-4647-8D42-9A76BA3FF493}" srcOrd="0" destOrd="0" presId="urn:microsoft.com/office/officeart/2005/8/layout/radial2"/>
    <dgm:cxn modelId="{3F15C5CB-DB60-4101-A7C6-8CA0B9866D3C}" type="presOf" srcId="{27C3CA57-14E8-41FD-9275-B9D7ACA94B32}" destId="{36F45FF5-5948-4C96-B009-CB8A60D29036}" srcOrd="0" destOrd="0" presId="urn:microsoft.com/office/officeart/2005/8/layout/radial2"/>
    <dgm:cxn modelId="{79CA9EE8-3B66-47A0-83C7-A50358DCB4BD}" srcId="{34E7DF47-85E6-427A-9DDB-9F6FAE4AD44F}" destId="{27C3CA57-14E8-41FD-9275-B9D7ACA94B32}" srcOrd="1" destOrd="0" parTransId="{47414B40-9724-4071-8DC6-09B4024A685A}" sibTransId="{720971B4-CEB2-45F2-861D-483E5B14C7B8}"/>
    <dgm:cxn modelId="{604BE91C-250C-48A8-B80B-B00A1D174EE3}" type="presParOf" srcId="{32241985-3AB0-4C77-B89C-C1365B7AD4F0}" destId="{E4295F7D-A74B-4609-B116-A45A3F508AF7}" srcOrd="0" destOrd="0" presId="urn:microsoft.com/office/officeart/2005/8/layout/radial2"/>
    <dgm:cxn modelId="{ACA904AE-9712-429C-90BD-DCCCE54A93F3}" type="presParOf" srcId="{E4295F7D-A74B-4609-B116-A45A3F508AF7}" destId="{58E8E613-4713-4D3B-9B40-B3A406A015E3}" srcOrd="0" destOrd="0" presId="urn:microsoft.com/office/officeart/2005/8/layout/radial2"/>
    <dgm:cxn modelId="{03701E0A-A578-44DE-98E6-30D36C1FD044}" type="presParOf" srcId="{58E8E613-4713-4D3B-9B40-B3A406A015E3}" destId="{49C79A51-6040-475D-B384-CAB7BC932B71}" srcOrd="0" destOrd="0" presId="urn:microsoft.com/office/officeart/2005/8/layout/radial2"/>
    <dgm:cxn modelId="{D31D2133-2A96-40FB-B70B-59C35CC03136}" type="presParOf" srcId="{58E8E613-4713-4D3B-9B40-B3A406A015E3}" destId="{B10C0033-3605-49A4-BFEB-6E357A301318}" srcOrd="1" destOrd="0" presId="urn:microsoft.com/office/officeart/2005/8/layout/radial2"/>
    <dgm:cxn modelId="{8B59C88A-12D0-45FE-8FD2-B68D9CA5F22A}" type="presParOf" srcId="{E4295F7D-A74B-4609-B116-A45A3F508AF7}" destId="{56C3FFE2-77CC-4ED3-B296-0F5FDD6603FF}" srcOrd="1" destOrd="0" presId="urn:microsoft.com/office/officeart/2005/8/layout/radial2"/>
    <dgm:cxn modelId="{515BB20C-288F-4D83-9799-2922C58991D7}" type="presParOf" srcId="{E4295F7D-A74B-4609-B116-A45A3F508AF7}" destId="{B42D84A6-A507-45B0-93CC-838E8261D869}" srcOrd="2" destOrd="0" presId="urn:microsoft.com/office/officeart/2005/8/layout/radial2"/>
    <dgm:cxn modelId="{EE85BE76-AD77-4CF5-8152-FA5740409780}" type="presParOf" srcId="{B42D84A6-A507-45B0-93CC-838E8261D869}" destId="{AD2F45B3-1ECA-4512-8B00-9E9002DDB031}" srcOrd="0" destOrd="0" presId="urn:microsoft.com/office/officeart/2005/8/layout/radial2"/>
    <dgm:cxn modelId="{4C0B3D9E-3DFC-43DD-824B-1A0242A8C54D}" type="presParOf" srcId="{B42D84A6-A507-45B0-93CC-838E8261D869}" destId="{F307E31D-C952-4C93-AF9D-54E4B09A995A}" srcOrd="1" destOrd="0" presId="urn:microsoft.com/office/officeart/2005/8/layout/radial2"/>
    <dgm:cxn modelId="{2A1A58FB-2772-4595-AA0A-CB78AC44C8EB}" type="presParOf" srcId="{E4295F7D-A74B-4609-B116-A45A3F508AF7}" destId="{3353ED9D-5C97-4647-8D42-9A76BA3FF493}" srcOrd="3" destOrd="0" presId="urn:microsoft.com/office/officeart/2005/8/layout/radial2"/>
    <dgm:cxn modelId="{38B9D079-CF41-4130-A045-4AFDC0FE0EB4}" type="presParOf" srcId="{E4295F7D-A74B-4609-B116-A45A3F508AF7}" destId="{E26B3204-402B-46C1-A967-F7780D3703E1}" srcOrd="4" destOrd="0" presId="urn:microsoft.com/office/officeart/2005/8/layout/radial2"/>
    <dgm:cxn modelId="{4123FF89-413B-4528-8527-FD146180CE94}" type="presParOf" srcId="{E26B3204-402B-46C1-A967-F7780D3703E1}" destId="{36F45FF5-5948-4C96-B009-CB8A60D29036}" srcOrd="0" destOrd="0" presId="urn:microsoft.com/office/officeart/2005/8/layout/radial2"/>
    <dgm:cxn modelId="{C3CE4D3A-F2F7-4211-81EA-B533DCF32984}" type="presParOf" srcId="{E26B3204-402B-46C1-A967-F7780D3703E1}" destId="{62E91F23-7BEE-4C41-B2AF-488A3866C64C}" srcOrd="1" destOrd="0" presId="urn:microsoft.com/office/officeart/2005/8/layout/radial2"/>
    <dgm:cxn modelId="{514C7A92-E006-4A0E-9518-32141B1AED6E}" type="presParOf" srcId="{E4295F7D-A74B-4609-B116-A45A3F508AF7}" destId="{B4D5DF79-1A61-4E3C-AA7C-EF877BBCC333}" srcOrd="5" destOrd="0" presId="urn:microsoft.com/office/officeart/2005/8/layout/radial2"/>
    <dgm:cxn modelId="{0E38DBB2-9E93-4F16-8BE9-F68A63739F7A}" type="presParOf" srcId="{E4295F7D-A74B-4609-B116-A45A3F508AF7}" destId="{8983FCD3-4B2B-4802-8735-BC5BC206A060}" srcOrd="6" destOrd="0" presId="urn:microsoft.com/office/officeart/2005/8/layout/radial2"/>
    <dgm:cxn modelId="{6436BEEE-BFA7-4488-B82E-AF6A64D0485A}" type="presParOf" srcId="{8983FCD3-4B2B-4802-8735-BC5BC206A060}" destId="{E79D4046-4292-46ED-9AC5-24F655E6DB7F}" srcOrd="0" destOrd="0" presId="urn:microsoft.com/office/officeart/2005/8/layout/radial2"/>
    <dgm:cxn modelId="{05F27A97-5AD6-4600-ADB4-174FE62B4C5F}" type="presParOf" srcId="{8983FCD3-4B2B-4802-8735-BC5BC206A060}" destId="{D3C947D6-A650-4C62-8050-010BBA1F392D}" srcOrd="1" destOrd="0" presId="urn:microsoft.com/office/officeart/2005/8/layout/radial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392637D-8E7C-4F09-9113-7A38EBB4A42E}"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GB"/>
        </a:p>
      </dgm:t>
    </dgm:pt>
    <dgm:pt modelId="{ABE69F47-6066-449F-8B32-0286E923B286}">
      <dgm:prSet phldrT="[Text]" phldr="0"/>
      <dgm:spPr/>
      <dgm:t>
        <a:bodyPr/>
        <a:lstStyle/>
        <a:p>
          <a:r>
            <a:rPr lang="en-GB" b="1">
              <a:solidFill>
                <a:schemeClr val="tx1"/>
              </a:solidFill>
              <a:latin typeface="Neue Haas Grotesk Text Pro"/>
            </a:rPr>
            <a:t>Navigation</a:t>
          </a:r>
          <a:endParaRPr lang="en-GB" b="1">
            <a:solidFill>
              <a:schemeClr val="tx1"/>
            </a:solidFill>
          </a:endParaRPr>
        </a:p>
      </dgm:t>
    </dgm:pt>
    <dgm:pt modelId="{FBC65B07-7B3F-4657-B803-B8653A242768}" type="parTrans" cxnId="{43341D24-CDB8-4C07-8A99-FF7566595E7B}">
      <dgm:prSet/>
      <dgm:spPr/>
      <dgm:t>
        <a:bodyPr/>
        <a:lstStyle/>
        <a:p>
          <a:endParaRPr lang="en-GB"/>
        </a:p>
      </dgm:t>
    </dgm:pt>
    <dgm:pt modelId="{923BD004-2C8F-4707-AFD1-9EF8916E88DF}" type="sibTrans" cxnId="{43341D24-CDB8-4C07-8A99-FF7566595E7B}">
      <dgm:prSet/>
      <dgm:spPr/>
      <dgm:t>
        <a:bodyPr/>
        <a:lstStyle/>
        <a:p>
          <a:endParaRPr lang="en-GB"/>
        </a:p>
      </dgm:t>
    </dgm:pt>
    <dgm:pt modelId="{B91DB992-C63D-4C74-9C73-19337247C8ED}">
      <dgm:prSet phldrT="[Text]" phldr="0"/>
      <dgm:spPr/>
      <dgm:t>
        <a:bodyPr/>
        <a:lstStyle/>
        <a:p>
          <a:r>
            <a:rPr lang="en-GB">
              <a:solidFill>
                <a:schemeClr val="tx1"/>
              </a:solidFill>
              <a:latin typeface="Neue Haas Grotesk Text Pro"/>
            </a:rPr>
            <a:t>'Sat-Nav'</a:t>
          </a:r>
          <a:endParaRPr lang="en-GB">
            <a:solidFill>
              <a:schemeClr val="tx1"/>
            </a:solidFill>
          </a:endParaRPr>
        </a:p>
      </dgm:t>
    </dgm:pt>
    <dgm:pt modelId="{E5B28D88-4989-4BF2-9511-C428489BF6A4}" type="parTrans" cxnId="{BB9A9ECC-D187-4DBF-B85A-861C39FC8CEA}">
      <dgm:prSet/>
      <dgm:spPr/>
      <dgm:t>
        <a:bodyPr/>
        <a:lstStyle/>
        <a:p>
          <a:endParaRPr lang="en-GB"/>
        </a:p>
      </dgm:t>
    </dgm:pt>
    <dgm:pt modelId="{BA6E1FB8-C1DB-4D1D-8A51-C9A3F84E3E13}" type="sibTrans" cxnId="{BB9A9ECC-D187-4DBF-B85A-861C39FC8CEA}">
      <dgm:prSet/>
      <dgm:spPr/>
      <dgm:t>
        <a:bodyPr/>
        <a:lstStyle/>
        <a:p>
          <a:endParaRPr lang="en-GB"/>
        </a:p>
      </dgm:t>
    </dgm:pt>
    <dgm:pt modelId="{F646B90A-9405-446D-A922-D4D750696B8F}">
      <dgm:prSet phldrT="[Text]" phldr="0"/>
      <dgm:spPr/>
      <dgm:t>
        <a:bodyPr/>
        <a:lstStyle/>
        <a:p>
          <a:pPr rtl="0"/>
          <a:r>
            <a:rPr lang="en-GB">
              <a:solidFill>
                <a:schemeClr val="tx1"/>
              </a:solidFill>
              <a:latin typeface="Neue Haas Grotesk Text Pro"/>
            </a:rPr>
            <a:t>'Satelite Navigation'</a:t>
          </a:r>
          <a:endParaRPr lang="en-GB">
            <a:solidFill>
              <a:schemeClr val="tx1"/>
            </a:solidFill>
          </a:endParaRPr>
        </a:p>
      </dgm:t>
    </dgm:pt>
    <dgm:pt modelId="{8F5D6E00-501E-4816-BC1E-462ED2316BDC}" type="parTrans" cxnId="{843AC5AD-DFCF-4327-85AC-A546E0D978F5}">
      <dgm:prSet/>
      <dgm:spPr/>
      <dgm:t>
        <a:bodyPr/>
        <a:lstStyle/>
        <a:p>
          <a:endParaRPr lang="en-GB"/>
        </a:p>
      </dgm:t>
    </dgm:pt>
    <dgm:pt modelId="{1DD6C349-413E-471D-97A0-C4BFCFA57BC7}" type="sibTrans" cxnId="{843AC5AD-DFCF-4327-85AC-A546E0D978F5}">
      <dgm:prSet/>
      <dgm:spPr/>
      <dgm:t>
        <a:bodyPr/>
        <a:lstStyle/>
        <a:p>
          <a:endParaRPr lang="en-GB"/>
        </a:p>
      </dgm:t>
    </dgm:pt>
    <dgm:pt modelId="{A29A31C1-F693-4E6C-A5B3-BC4A557E500F}">
      <dgm:prSet phldrT="[Text]" phldr="0"/>
      <dgm:spPr/>
      <dgm:t>
        <a:bodyPr/>
        <a:lstStyle/>
        <a:p>
          <a:pPr rtl="0"/>
          <a:r>
            <a:rPr lang="en-GB">
              <a:solidFill>
                <a:schemeClr val="tx1"/>
              </a:solidFill>
              <a:latin typeface="Neue Haas Grotesk Text Pro"/>
            </a:rPr>
            <a:t> 'Includes Sat-Nav'</a:t>
          </a:r>
          <a:endParaRPr lang="en-GB">
            <a:solidFill>
              <a:schemeClr val="tx1"/>
            </a:solidFill>
          </a:endParaRPr>
        </a:p>
      </dgm:t>
    </dgm:pt>
    <dgm:pt modelId="{48309521-36F7-4B8F-AEC8-7FB9A94D1188}" type="parTrans" cxnId="{59B31925-7F32-49B5-B2FA-BF5E565B5109}">
      <dgm:prSet/>
      <dgm:spPr/>
      <dgm:t>
        <a:bodyPr/>
        <a:lstStyle/>
        <a:p>
          <a:endParaRPr lang="en-GB"/>
        </a:p>
      </dgm:t>
    </dgm:pt>
    <dgm:pt modelId="{3B7351F6-8787-4175-8059-FB22F0FDECCB}" type="sibTrans" cxnId="{59B31925-7F32-49B5-B2FA-BF5E565B5109}">
      <dgm:prSet/>
      <dgm:spPr/>
      <dgm:t>
        <a:bodyPr/>
        <a:lstStyle/>
        <a:p>
          <a:endParaRPr lang="en-GB"/>
        </a:p>
      </dgm:t>
    </dgm:pt>
    <dgm:pt modelId="{CC9CBE0E-BAD3-449B-9B31-63DFD76A6FE9}">
      <dgm:prSet phldrT="[Text]" phldr="0"/>
      <dgm:spPr/>
      <dgm:t>
        <a:bodyPr/>
        <a:lstStyle/>
        <a:p>
          <a:pPr rtl="0"/>
          <a:r>
            <a:rPr lang="en-GB" b="1">
              <a:solidFill>
                <a:schemeClr val="tx1"/>
              </a:solidFill>
              <a:latin typeface="Neue Haas Grotesk Text Pro"/>
            </a:rPr>
            <a:t>Attention Grabber Category (Navigation)</a:t>
          </a:r>
          <a:endParaRPr lang="en-GB" b="1">
            <a:solidFill>
              <a:schemeClr val="tx1"/>
            </a:solidFill>
          </a:endParaRPr>
        </a:p>
      </dgm:t>
    </dgm:pt>
    <dgm:pt modelId="{F1A1E41E-6D2F-4F43-AD0D-C08C92413259}" type="parTrans" cxnId="{5EA015C7-FE03-4B03-9735-F8795C06271C}">
      <dgm:prSet/>
      <dgm:spPr/>
      <dgm:t>
        <a:bodyPr/>
        <a:lstStyle/>
        <a:p>
          <a:endParaRPr lang="en-GB"/>
        </a:p>
      </dgm:t>
    </dgm:pt>
    <dgm:pt modelId="{6DDEC909-2734-43CF-A173-50F8CCAE9541}" type="sibTrans" cxnId="{5EA015C7-FE03-4B03-9735-F8795C06271C}">
      <dgm:prSet/>
      <dgm:spPr/>
      <dgm:t>
        <a:bodyPr/>
        <a:lstStyle/>
        <a:p>
          <a:endParaRPr lang="en-GB"/>
        </a:p>
      </dgm:t>
    </dgm:pt>
    <dgm:pt modelId="{AD1691F7-DC0E-41FD-AF3D-E77E2FE6C710}">
      <dgm:prSet phldr="0"/>
      <dgm:spPr/>
      <dgm:t>
        <a:bodyPr/>
        <a:lstStyle/>
        <a:p>
          <a:pPr rtl="0"/>
          <a:r>
            <a:rPr lang="en-GB" b="1">
              <a:solidFill>
                <a:schemeClr val="tx1"/>
              </a:solidFill>
              <a:latin typeface="Neue Haas Grotesk Text Pro"/>
            </a:rPr>
            <a:t>Text Included in Attention Grabber</a:t>
          </a:r>
        </a:p>
      </dgm:t>
    </dgm:pt>
    <dgm:pt modelId="{1465B604-6A09-4EED-B456-F64F1F6030CB}" type="parTrans" cxnId="{DE565232-C2E2-44A1-97A5-6220D1EFD88A}">
      <dgm:prSet/>
      <dgm:spPr/>
    </dgm:pt>
    <dgm:pt modelId="{2AB275DD-4AAA-4203-BBA2-46D2FAED054A}" type="sibTrans" cxnId="{DE565232-C2E2-44A1-97A5-6220D1EFD88A}">
      <dgm:prSet/>
      <dgm:spPr/>
    </dgm:pt>
    <dgm:pt modelId="{E484F540-F959-47BD-8196-C1952E5E3759}" type="pres">
      <dgm:prSet presAssocID="{2392637D-8E7C-4F09-9113-7A38EBB4A42E}" presName="mainComposite" presStyleCnt="0">
        <dgm:presLayoutVars>
          <dgm:chPref val="1"/>
          <dgm:dir/>
          <dgm:animOne val="branch"/>
          <dgm:animLvl val="lvl"/>
          <dgm:resizeHandles val="exact"/>
        </dgm:presLayoutVars>
      </dgm:prSet>
      <dgm:spPr/>
    </dgm:pt>
    <dgm:pt modelId="{CEBFB611-B546-4A9D-8074-ACEB2401133F}" type="pres">
      <dgm:prSet presAssocID="{2392637D-8E7C-4F09-9113-7A38EBB4A42E}" presName="hierFlow" presStyleCnt="0"/>
      <dgm:spPr/>
    </dgm:pt>
    <dgm:pt modelId="{997250E0-EE8E-44B3-80A1-2B688728DE71}" type="pres">
      <dgm:prSet presAssocID="{2392637D-8E7C-4F09-9113-7A38EBB4A42E}" presName="firstBuf" presStyleCnt="0"/>
      <dgm:spPr/>
    </dgm:pt>
    <dgm:pt modelId="{9FC5B0AD-5D40-4114-A109-0ED66E85D639}" type="pres">
      <dgm:prSet presAssocID="{2392637D-8E7C-4F09-9113-7A38EBB4A42E}" presName="hierChild1" presStyleCnt="0">
        <dgm:presLayoutVars>
          <dgm:chPref val="1"/>
          <dgm:animOne val="branch"/>
          <dgm:animLvl val="lvl"/>
        </dgm:presLayoutVars>
      </dgm:prSet>
      <dgm:spPr/>
    </dgm:pt>
    <dgm:pt modelId="{3748C9EE-A85A-48A8-86D1-EFBF84662CBE}" type="pres">
      <dgm:prSet presAssocID="{ABE69F47-6066-449F-8B32-0286E923B286}" presName="Name14" presStyleCnt="0"/>
      <dgm:spPr/>
    </dgm:pt>
    <dgm:pt modelId="{2BB4019B-5734-4556-A00D-6CBCCF5F3E03}" type="pres">
      <dgm:prSet presAssocID="{ABE69F47-6066-449F-8B32-0286E923B286}" presName="level1Shape" presStyleLbl="node0" presStyleIdx="0" presStyleCnt="1">
        <dgm:presLayoutVars>
          <dgm:chPref val="3"/>
        </dgm:presLayoutVars>
      </dgm:prSet>
      <dgm:spPr>
        <a:solidFill>
          <a:srgbClr val="05255C"/>
        </a:solidFill>
      </dgm:spPr>
    </dgm:pt>
    <dgm:pt modelId="{D4320CE6-272C-4D24-AD37-121AB7DBA075}" type="pres">
      <dgm:prSet presAssocID="{ABE69F47-6066-449F-8B32-0286E923B286}" presName="hierChild2" presStyleCnt="0"/>
      <dgm:spPr/>
    </dgm:pt>
    <dgm:pt modelId="{9654B517-ADF3-41F0-9CE8-F33C6D39FF68}" type="pres">
      <dgm:prSet presAssocID="{E5B28D88-4989-4BF2-9511-C428489BF6A4}" presName="Name19" presStyleLbl="parChTrans1D2" presStyleIdx="0" presStyleCnt="3"/>
      <dgm:spPr/>
    </dgm:pt>
    <dgm:pt modelId="{B74D552A-6076-4A03-9FBE-079277022931}" type="pres">
      <dgm:prSet presAssocID="{B91DB992-C63D-4C74-9C73-19337247C8ED}" presName="Name21" presStyleCnt="0"/>
      <dgm:spPr/>
    </dgm:pt>
    <dgm:pt modelId="{34564BA5-7CE7-4B15-8D2A-0BC444FC5146}" type="pres">
      <dgm:prSet presAssocID="{B91DB992-C63D-4C74-9C73-19337247C8ED}" presName="level2Shape" presStyleLbl="node2" presStyleIdx="0" presStyleCnt="3"/>
      <dgm:spPr>
        <a:solidFill>
          <a:srgbClr val="05255C"/>
        </a:solidFill>
      </dgm:spPr>
    </dgm:pt>
    <dgm:pt modelId="{6B12B4AF-E242-4261-9233-52BBA937D072}" type="pres">
      <dgm:prSet presAssocID="{B91DB992-C63D-4C74-9C73-19337247C8ED}" presName="hierChild3" presStyleCnt="0"/>
      <dgm:spPr/>
    </dgm:pt>
    <dgm:pt modelId="{F9AC9680-9D7F-4526-8AC8-09C1F8F72F62}" type="pres">
      <dgm:prSet presAssocID="{8F5D6E00-501E-4816-BC1E-462ED2316BDC}" presName="Name19" presStyleLbl="parChTrans1D2" presStyleIdx="1" presStyleCnt="3"/>
      <dgm:spPr/>
    </dgm:pt>
    <dgm:pt modelId="{4BDAFCB1-C657-4491-B4F3-AC8CCF0594C3}" type="pres">
      <dgm:prSet presAssocID="{F646B90A-9405-446D-A922-D4D750696B8F}" presName="Name21" presStyleCnt="0"/>
      <dgm:spPr/>
    </dgm:pt>
    <dgm:pt modelId="{106D1CA0-4C4C-4EBC-A27A-8EB5CFC2DB7A}" type="pres">
      <dgm:prSet presAssocID="{F646B90A-9405-446D-A922-D4D750696B8F}" presName="level2Shape" presStyleLbl="node2" presStyleIdx="1" presStyleCnt="3"/>
      <dgm:spPr>
        <a:solidFill>
          <a:srgbClr val="05255C"/>
        </a:solidFill>
      </dgm:spPr>
    </dgm:pt>
    <dgm:pt modelId="{90DBAE72-FE81-4D07-B985-1B9A5296EEF9}" type="pres">
      <dgm:prSet presAssocID="{F646B90A-9405-446D-A922-D4D750696B8F}" presName="hierChild3" presStyleCnt="0"/>
      <dgm:spPr/>
    </dgm:pt>
    <dgm:pt modelId="{1F4551C9-0E73-4547-A287-E9593BE29622}" type="pres">
      <dgm:prSet presAssocID="{48309521-36F7-4B8F-AEC8-7FB9A94D1188}" presName="Name19" presStyleLbl="parChTrans1D2" presStyleIdx="2" presStyleCnt="3"/>
      <dgm:spPr/>
    </dgm:pt>
    <dgm:pt modelId="{91134BE1-3FAA-4591-A52D-85A7E3D8A889}" type="pres">
      <dgm:prSet presAssocID="{A29A31C1-F693-4E6C-A5B3-BC4A557E500F}" presName="Name21" presStyleCnt="0"/>
      <dgm:spPr/>
    </dgm:pt>
    <dgm:pt modelId="{7589E1B5-22B1-4B6A-B0DD-81BA3C338840}" type="pres">
      <dgm:prSet presAssocID="{A29A31C1-F693-4E6C-A5B3-BC4A557E500F}" presName="level2Shape" presStyleLbl="node2" presStyleIdx="2" presStyleCnt="3"/>
      <dgm:spPr>
        <a:solidFill>
          <a:srgbClr val="05255C"/>
        </a:solidFill>
      </dgm:spPr>
    </dgm:pt>
    <dgm:pt modelId="{D9591E3A-8D93-43D4-B248-C3B3A38A984B}" type="pres">
      <dgm:prSet presAssocID="{A29A31C1-F693-4E6C-A5B3-BC4A557E500F}" presName="hierChild3" presStyleCnt="0"/>
      <dgm:spPr/>
    </dgm:pt>
    <dgm:pt modelId="{3AA84631-6A3C-40C8-A62E-E6AEFA631AFA}" type="pres">
      <dgm:prSet presAssocID="{2392637D-8E7C-4F09-9113-7A38EBB4A42E}" presName="bgShapesFlow" presStyleCnt="0"/>
      <dgm:spPr/>
    </dgm:pt>
    <dgm:pt modelId="{8C6A6BD7-3F0C-45BA-89F1-BEB072F6C2CD}" type="pres">
      <dgm:prSet presAssocID="{CC9CBE0E-BAD3-449B-9B31-63DFD76A6FE9}" presName="rectComp" presStyleCnt="0"/>
      <dgm:spPr/>
    </dgm:pt>
    <dgm:pt modelId="{AC286A83-9457-4417-B9CA-BAD3067CC8AD}" type="pres">
      <dgm:prSet presAssocID="{CC9CBE0E-BAD3-449B-9B31-63DFD76A6FE9}" presName="bgRect" presStyleLbl="bgShp" presStyleIdx="0" presStyleCnt="2"/>
      <dgm:spPr>
        <a:solidFill>
          <a:srgbClr val="9AA3CB"/>
        </a:solidFill>
      </dgm:spPr>
    </dgm:pt>
    <dgm:pt modelId="{FBBEFA31-8521-4578-9A6B-BDD5A9C7A7F1}" type="pres">
      <dgm:prSet presAssocID="{CC9CBE0E-BAD3-449B-9B31-63DFD76A6FE9}" presName="bgRectTx" presStyleLbl="bgShp" presStyleIdx="0" presStyleCnt="2">
        <dgm:presLayoutVars>
          <dgm:bulletEnabled val="1"/>
        </dgm:presLayoutVars>
      </dgm:prSet>
      <dgm:spPr/>
    </dgm:pt>
    <dgm:pt modelId="{0945303F-CE5D-4889-9294-C1CAB727EBFB}" type="pres">
      <dgm:prSet presAssocID="{CC9CBE0E-BAD3-449B-9B31-63DFD76A6FE9}" presName="spComp" presStyleCnt="0"/>
      <dgm:spPr/>
    </dgm:pt>
    <dgm:pt modelId="{0C06AFE9-B2DB-457F-8778-F518C82DF1F4}" type="pres">
      <dgm:prSet presAssocID="{CC9CBE0E-BAD3-449B-9B31-63DFD76A6FE9}" presName="vSp" presStyleCnt="0"/>
      <dgm:spPr/>
    </dgm:pt>
    <dgm:pt modelId="{2CDD086D-CE0B-44B6-A9E8-577916AF4D19}" type="pres">
      <dgm:prSet presAssocID="{AD1691F7-DC0E-41FD-AF3D-E77E2FE6C710}" presName="rectComp" presStyleCnt="0"/>
      <dgm:spPr/>
    </dgm:pt>
    <dgm:pt modelId="{36439705-5BC7-4869-AD23-79459696DC19}" type="pres">
      <dgm:prSet presAssocID="{AD1691F7-DC0E-41FD-AF3D-E77E2FE6C710}" presName="bgRect" presStyleLbl="bgShp" presStyleIdx="1" presStyleCnt="2"/>
      <dgm:spPr>
        <a:solidFill>
          <a:srgbClr val="9EA5C3"/>
        </a:solidFill>
      </dgm:spPr>
    </dgm:pt>
    <dgm:pt modelId="{D081A47C-8263-445C-8451-2325FCDFDD85}" type="pres">
      <dgm:prSet presAssocID="{AD1691F7-DC0E-41FD-AF3D-E77E2FE6C710}" presName="bgRectTx" presStyleLbl="bgShp" presStyleIdx="1" presStyleCnt="2">
        <dgm:presLayoutVars>
          <dgm:bulletEnabled val="1"/>
        </dgm:presLayoutVars>
      </dgm:prSet>
      <dgm:spPr/>
    </dgm:pt>
  </dgm:ptLst>
  <dgm:cxnLst>
    <dgm:cxn modelId="{43341D24-CDB8-4C07-8A99-FF7566595E7B}" srcId="{2392637D-8E7C-4F09-9113-7A38EBB4A42E}" destId="{ABE69F47-6066-449F-8B32-0286E923B286}" srcOrd="0" destOrd="0" parTransId="{FBC65B07-7B3F-4657-B803-B8653A242768}" sibTransId="{923BD004-2C8F-4707-AFD1-9EF8916E88DF}"/>
    <dgm:cxn modelId="{59B31925-7F32-49B5-B2FA-BF5E565B5109}" srcId="{ABE69F47-6066-449F-8B32-0286E923B286}" destId="{A29A31C1-F693-4E6C-A5B3-BC4A557E500F}" srcOrd="2" destOrd="0" parTransId="{48309521-36F7-4B8F-AEC8-7FB9A94D1188}" sibTransId="{3B7351F6-8787-4175-8059-FB22F0FDECCB}"/>
    <dgm:cxn modelId="{89FE1931-7450-4C98-A26F-44EEC7DB30EF}" type="presOf" srcId="{48309521-36F7-4B8F-AEC8-7FB9A94D1188}" destId="{1F4551C9-0E73-4547-A287-E9593BE29622}" srcOrd="0" destOrd="0" presId="urn:microsoft.com/office/officeart/2005/8/layout/hierarchy6"/>
    <dgm:cxn modelId="{DE565232-C2E2-44A1-97A5-6220D1EFD88A}" srcId="{2392637D-8E7C-4F09-9113-7A38EBB4A42E}" destId="{AD1691F7-DC0E-41FD-AF3D-E77E2FE6C710}" srcOrd="2" destOrd="0" parTransId="{1465B604-6A09-4EED-B456-F64F1F6030CB}" sibTransId="{2AB275DD-4AAA-4203-BBA2-46D2FAED054A}"/>
    <dgm:cxn modelId="{22917D68-6C69-4769-A553-996C9223FEC1}" type="presOf" srcId="{CC9CBE0E-BAD3-449B-9B31-63DFD76A6FE9}" destId="{AC286A83-9457-4417-B9CA-BAD3067CC8AD}" srcOrd="0" destOrd="0" presId="urn:microsoft.com/office/officeart/2005/8/layout/hierarchy6"/>
    <dgm:cxn modelId="{71C2CD4F-C221-4F31-913C-8B645DE08276}" type="presOf" srcId="{A29A31C1-F693-4E6C-A5B3-BC4A557E500F}" destId="{7589E1B5-22B1-4B6A-B0DD-81BA3C338840}" srcOrd="0" destOrd="0" presId="urn:microsoft.com/office/officeart/2005/8/layout/hierarchy6"/>
    <dgm:cxn modelId="{1EE40E7F-6128-4604-B061-6E8C3A2BD0C1}" type="presOf" srcId="{E5B28D88-4989-4BF2-9511-C428489BF6A4}" destId="{9654B517-ADF3-41F0-9CE8-F33C6D39FF68}" srcOrd="0" destOrd="0" presId="urn:microsoft.com/office/officeart/2005/8/layout/hierarchy6"/>
    <dgm:cxn modelId="{843AC5AD-DFCF-4327-85AC-A546E0D978F5}" srcId="{ABE69F47-6066-449F-8B32-0286E923B286}" destId="{F646B90A-9405-446D-A922-D4D750696B8F}" srcOrd="1" destOrd="0" parTransId="{8F5D6E00-501E-4816-BC1E-462ED2316BDC}" sibTransId="{1DD6C349-413E-471D-97A0-C4BFCFA57BC7}"/>
    <dgm:cxn modelId="{739AD6B0-2D50-4611-88F4-D4D7F3D211F3}" type="presOf" srcId="{F646B90A-9405-446D-A922-D4D750696B8F}" destId="{106D1CA0-4C4C-4EBC-A27A-8EB5CFC2DB7A}" srcOrd="0" destOrd="0" presId="urn:microsoft.com/office/officeart/2005/8/layout/hierarchy6"/>
    <dgm:cxn modelId="{05AEE7B5-9240-4C19-AAD4-68E81E52A40E}" type="presOf" srcId="{B91DB992-C63D-4C74-9C73-19337247C8ED}" destId="{34564BA5-7CE7-4B15-8D2A-0BC444FC5146}" srcOrd="0" destOrd="0" presId="urn:microsoft.com/office/officeart/2005/8/layout/hierarchy6"/>
    <dgm:cxn modelId="{784ABDB7-28CE-4868-BC02-4A4CAE2B3A7A}" type="presOf" srcId="{ABE69F47-6066-449F-8B32-0286E923B286}" destId="{2BB4019B-5734-4556-A00D-6CBCCF5F3E03}" srcOrd="0" destOrd="0" presId="urn:microsoft.com/office/officeart/2005/8/layout/hierarchy6"/>
    <dgm:cxn modelId="{E4668DC5-A96F-4580-B3DA-C2ADE45A336C}" type="presOf" srcId="{AD1691F7-DC0E-41FD-AF3D-E77E2FE6C710}" destId="{D081A47C-8263-445C-8451-2325FCDFDD85}" srcOrd="1" destOrd="0" presId="urn:microsoft.com/office/officeart/2005/8/layout/hierarchy6"/>
    <dgm:cxn modelId="{5EA015C7-FE03-4B03-9735-F8795C06271C}" srcId="{2392637D-8E7C-4F09-9113-7A38EBB4A42E}" destId="{CC9CBE0E-BAD3-449B-9B31-63DFD76A6FE9}" srcOrd="1" destOrd="0" parTransId="{F1A1E41E-6D2F-4F43-AD0D-C08C92413259}" sibTransId="{6DDEC909-2734-43CF-A173-50F8CCAE9541}"/>
    <dgm:cxn modelId="{BB9A9ECC-D187-4DBF-B85A-861C39FC8CEA}" srcId="{ABE69F47-6066-449F-8B32-0286E923B286}" destId="{B91DB992-C63D-4C74-9C73-19337247C8ED}" srcOrd="0" destOrd="0" parTransId="{E5B28D88-4989-4BF2-9511-C428489BF6A4}" sibTransId="{BA6E1FB8-C1DB-4D1D-8A51-C9A3F84E3E13}"/>
    <dgm:cxn modelId="{E2C504DB-4E49-41DC-B5BB-77C56A527DEA}" type="presOf" srcId="{2392637D-8E7C-4F09-9113-7A38EBB4A42E}" destId="{E484F540-F959-47BD-8196-C1952E5E3759}" srcOrd="0" destOrd="0" presId="urn:microsoft.com/office/officeart/2005/8/layout/hierarchy6"/>
    <dgm:cxn modelId="{B9B6CFE0-3D2A-4DAF-8E09-77B82F0C0004}" type="presOf" srcId="{8F5D6E00-501E-4816-BC1E-462ED2316BDC}" destId="{F9AC9680-9D7F-4526-8AC8-09C1F8F72F62}" srcOrd="0" destOrd="0" presId="urn:microsoft.com/office/officeart/2005/8/layout/hierarchy6"/>
    <dgm:cxn modelId="{AD9BA9F2-DF6F-4177-9878-F31CC4A24EDE}" type="presOf" srcId="{AD1691F7-DC0E-41FD-AF3D-E77E2FE6C710}" destId="{36439705-5BC7-4869-AD23-79459696DC19}" srcOrd="0" destOrd="0" presId="urn:microsoft.com/office/officeart/2005/8/layout/hierarchy6"/>
    <dgm:cxn modelId="{AE1772FE-FAD8-4455-9CD3-FCD0CEBBE7D7}" type="presOf" srcId="{CC9CBE0E-BAD3-449B-9B31-63DFD76A6FE9}" destId="{FBBEFA31-8521-4578-9A6B-BDD5A9C7A7F1}" srcOrd="1" destOrd="0" presId="urn:microsoft.com/office/officeart/2005/8/layout/hierarchy6"/>
    <dgm:cxn modelId="{1EB9F048-2DB2-4457-AFAA-E70AC54910A1}" type="presParOf" srcId="{E484F540-F959-47BD-8196-C1952E5E3759}" destId="{CEBFB611-B546-4A9D-8074-ACEB2401133F}" srcOrd="0" destOrd="0" presId="urn:microsoft.com/office/officeart/2005/8/layout/hierarchy6"/>
    <dgm:cxn modelId="{8005DD33-13D6-4C2B-BE07-5E5F82BE9453}" type="presParOf" srcId="{CEBFB611-B546-4A9D-8074-ACEB2401133F}" destId="{997250E0-EE8E-44B3-80A1-2B688728DE71}" srcOrd="0" destOrd="0" presId="urn:microsoft.com/office/officeart/2005/8/layout/hierarchy6"/>
    <dgm:cxn modelId="{78C5586C-96F5-462F-8FB3-AE6F7C25A15E}" type="presParOf" srcId="{CEBFB611-B546-4A9D-8074-ACEB2401133F}" destId="{9FC5B0AD-5D40-4114-A109-0ED66E85D639}" srcOrd="1" destOrd="0" presId="urn:microsoft.com/office/officeart/2005/8/layout/hierarchy6"/>
    <dgm:cxn modelId="{CA0961FF-E7E4-47F9-937B-90E84E018921}" type="presParOf" srcId="{9FC5B0AD-5D40-4114-A109-0ED66E85D639}" destId="{3748C9EE-A85A-48A8-86D1-EFBF84662CBE}" srcOrd="0" destOrd="0" presId="urn:microsoft.com/office/officeart/2005/8/layout/hierarchy6"/>
    <dgm:cxn modelId="{E672D7B8-04DA-40C8-AE21-4B6D85A05260}" type="presParOf" srcId="{3748C9EE-A85A-48A8-86D1-EFBF84662CBE}" destId="{2BB4019B-5734-4556-A00D-6CBCCF5F3E03}" srcOrd="0" destOrd="0" presId="urn:microsoft.com/office/officeart/2005/8/layout/hierarchy6"/>
    <dgm:cxn modelId="{9CD19C19-04ED-4308-B403-F28A042E317C}" type="presParOf" srcId="{3748C9EE-A85A-48A8-86D1-EFBF84662CBE}" destId="{D4320CE6-272C-4D24-AD37-121AB7DBA075}" srcOrd="1" destOrd="0" presId="urn:microsoft.com/office/officeart/2005/8/layout/hierarchy6"/>
    <dgm:cxn modelId="{BD110A60-DA27-4C86-A010-0A7F030AA59C}" type="presParOf" srcId="{D4320CE6-272C-4D24-AD37-121AB7DBA075}" destId="{9654B517-ADF3-41F0-9CE8-F33C6D39FF68}" srcOrd="0" destOrd="0" presId="urn:microsoft.com/office/officeart/2005/8/layout/hierarchy6"/>
    <dgm:cxn modelId="{9522A8CF-97D3-41B7-8E58-01E5F1EEA855}" type="presParOf" srcId="{D4320CE6-272C-4D24-AD37-121AB7DBA075}" destId="{B74D552A-6076-4A03-9FBE-079277022931}" srcOrd="1" destOrd="0" presId="urn:microsoft.com/office/officeart/2005/8/layout/hierarchy6"/>
    <dgm:cxn modelId="{9944F2E2-C6E7-4A7E-B1BE-4B1C036BFCE7}" type="presParOf" srcId="{B74D552A-6076-4A03-9FBE-079277022931}" destId="{34564BA5-7CE7-4B15-8D2A-0BC444FC5146}" srcOrd="0" destOrd="0" presId="urn:microsoft.com/office/officeart/2005/8/layout/hierarchy6"/>
    <dgm:cxn modelId="{66D95A4E-14E6-4CB3-90D9-6CFFE657B869}" type="presParOf" srcId="{B74D552A-6076-4A03-9FBE-079277022931}" destId="{6B12B4AF-E242-4261-9233-52BBA937D072}" srcOrd="1" destOrd="0" presId="urn:microsoft.com/office/officeart/2005/8/layout/hierarchy6"/>
    <dgm:cxn modelId="{60490805-F9B0-4BF7-84C3-77617E5316C0}" type="presParOf" srcId="{D4320CE6-272C-4D24-AD37-121AB7DBA075}" destId="{F9AC9680-9D7F-4526-8AC8-09C1F8F72F62}" srcOrd="2" destOrd="0" presId="urn:microsoft.com/office/officeart/2005/8/layout/hierarchy6"/>
    <dgm:cxn modelId="{EE070251-D894-4619-95F3-FEA43DB5D574}" type="presParOf" srcId="{D4320CE6-272C-4D24-AD37-121AB7DBA075}" destId="{4BDAFCB1-C657-4491-B4F3-AC8CCF0594C3}" srcOrd="3" destOrd="0" presId="urn:microsoft.com/office/officeart/2005/8/layout/hierarchy6"/>
    <dgm:cxn modelId="{4D0A1E6A-5B51-402A-9A68-79DF22B12B0B}" type="presParOf" srcId="{4BDAFCB1-C657-4491-B4F3-AC8CCF0594C3}" destId="{106D1CA0-4C4C-4EBC-A27A-8EB5CFC2DB7A}" srcOrd="0" destOrd="0" presId="urn:microsoft.com/office/officeart/2005/8/layout/hierarchy6"/>
    <dgm:cxn modelId="{3E2EBD4B-1713-4014-80AF-897F69CD8140}" type="presParOf" srcId="{4BDAFCB1-C657-4491-B4F3-AC8CCF0594C3}" destId="{90DBAE72-FE81-4D07-B985-1B9A5296EEF9}" srcOrd="1" destOrd="0" presId="urn:microsoft.com/office/officeart/2005/8/layout/hierarchy6"/>
    <dgm:cxn modelId="{F6E24D68-7450-436B-8FB5-330E3C312CDC}" type="presParOf" srcId="{D4320CE6-272C-4D24-AD37-121AB7DBA075}" destId="{1F4551C9-0E73-4547-A287-E9593BE29622}" srcOrd="4" destOrd="0" presId="urn:microsoft.com/office/officeart/2005/8/layout/hierarchy6"/>
    <dgm:cxn modelId="{3E4342E7-83F0-480A-96FA-8247E991D91C}" type="presParOf" srcId="{D4320CE6-272C-4D24-AD37-121AB7DBA075}" destId="{91134BE1-3FAA-4591-A52D-85A7E3D8A889}" srcOrd="5" destOrd="0" presId="urn:microsoft.com/office/officeart/2005/8/layout/hierarchy6"/>
    <dgm:cxn modelId="{FD4BDF07-77EB-4F12-B789-8B25C0BD241F}" type="presParOf" srcId="{91134BE1-3FAA-4591-A52D-85A7E3D8A889}" destId="{7589E1B5-22B1-4B6A-B0DD-81BA3C338840}" srcOrd="0" destOrd="0" presId="urn:microsoft.com/office/officeart/2005/8/layout/hierarchy6"/>
    <dgm:cxn modelId="{2662868E-FBA9-4705-BE74-0EED988A79D2}" type="presParOf" srcId="{91134BE1-3FAA-4591-A52D-85A7E3D8A889}" destId="{D9591E3A-8D93-43D4-B248-C3B3A38A984B}" srcOrd="1" destOrd="0" presId="urn:microsoft.com/office/officeart/2005/8/layout/hierarchy6"/>
    <dgm:cxn modelId="{6E4457DF-5BD9-4E8B-9FD4-7F36BA0CE3CF}" type="presParOf" srcId="{E484F540-F959-47BD-8196-C1952E5E3759}" destId="{3AA84631-6A3C-40C8-A62E-E6AEFA631AFA}" srcOrd="1" destOrd="0" presId="urn:microsoft.com/office/officeart/2005/8/layout/hierarchy6"/>
    <dgm:cxn modelId="{15091912-6E80-4A97-B774-A739DB6C4FD4}" type="presParOf" srcId="{3AA84631-6A3C-40C8-A62E-E6AEFA631AFA}" destId="{8C6A6BD7-3F0C-45BA-89F1-BEB072F6C2CD}" srcOrd="0" destOrd="0" presId="urn:microsoft.com/office/officeart/2005/8/layout/hierarchy6"/>
    <dgm:cxn modelId="{D38224C7-F7C5-472A-AF30-B1CCB0E5D56F}" type="presParOf" srcId="{8C6A6BD7-3F0C-45BA-89F1-BEB072F6C2CD}" destId="{AC286A83-9457-4417-B9CA-BAD3067CC8AD}" srcOrd="0" destOrd="0" presId="urn:microsoft.com/office/officeart/2005/8/layout/hierarchy6"/>
    <dgm:cxn modelId="{B423C7CD-D405-4F75-8A6A-AAB895E43717}" type="presParOf" srcId="{8C6A6BD7-3F0C-45BA-89F1-BEB072F6C2CD}" destId="{FBBEFA31-8521-4578-9A6B-BDD5A9C7A7F1}" srcOrd="1" destOrd="0" presId="urn:microsoft.com/office/officeart/2005/8/layout/hierarchy6"/>
    <dgm:cxn modelId="{0D563B79-950C-4AFB-81C6-BC0F95EA83C0}" type="presParOf" srcId="{3AA84631-6A3C-40C8-A62E-E6AEFA631AFA}" destId="{0945303F-CE5D-4889-9294-C1CAB727EBFB}" srcOrd="1" destOrd="0" presId="urn:microsoft.com/office/officeart/2005/8/layout/hierarchy6"/>
    <dgm:cxn modelId="{9AD4D665-4B91-4AC5-B226-A0C7AD8C162E}" type="presParOf" srcId="{0945303F-CE5D-4889-9294-C1CAB727EBFB}" destId="{0C06AFE9-B2DB-457F-8778-F518C82DF1F4}" srcOrd="0" destOrd="0" presId="urn:microsoft.com/office/officeart/2005/8/layout/hierarchy6"/>
    <dgm:cxn modelId="{D9C3E26E-C9FB-4D60-B6C6-287ED95F39D8}" type="presParOf" srcId="{3AA84631-6A3C-40C8-A62E-E6AEFA631AFA}" destId="{2CDD086D-CE0B-44B6-A9E8-577916AF4D19}" srcOrd="2" destOrd="0" presId="urn:microsoft.com/office/officeart/2005/8/layout/hierarchy6"/>
    <dgm:cxn modelId="{D76CA4A5-424D-49B4-838A-0F66BEEFBE41}" type="presParOf" srcId="{2CDD086D-CE0B-44B6-A9E8-577916AF4D19}" destId="{36439705-5BC7-4869-AD23-79459696DC19}" srcOrd="0" destOrd="0" presId="urn:microsoft.com/office/officeart/2005/8/layout/hierarchy6"/>
    <dgm:cxn modelId="{4581ECF0-1FB5-45B1-AE1C-B061031A83BF}" type="presParOf" srcId="{2CDD086D-CE0B-44B6-A9E8-577916AF4D19}" destId="{D081A47C-8263-445C-8451-2325FCDFDD85}"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7C167A2-6203-4D8E-B006-65D5D3D2B4C0}"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78BDA33B-8C02-470C-B4A6-3636398C8F84}">
      <dgm:prSet phldrT="[Text]" phldr="0"/>
      <dgm:spPr/>
      <dgm:t>
        <a:bodyPr/>
        <a:lstStyle/>
        <a:p>
          <a:r>
            <a:rPr lang="en-GB">
              <a:latin typeface="Neue Haas Grotesk Text Pro"/>
            </a:rPr>
            <a:t>Make</a:t>
          </a:r>
          <a:endParaRPr lang="en-GB"/>
        </a:p>
      </dgm:t>
    </dgm:pt>
    <dgm:pt modelId="{6126F6C3-D475-455D-94AA-CF7CD52D6370}" type="parTrans" cxnId="{2ABEEC63-8FB4-41C2-A679-A28D84B6E605}">
      <dgm:prSet/>
      <dgm:spPr/>
    </dgm:pt>
    <dgm:pt modelId="{ADC920BE-87C0-4051-9846-8B513B276E8B}" type="sibTrans" cxnId="{2ABEEC63-8FB4-41C2-A679-A28D84B6E605}">
      <dgm:prSet/>
      <dgm:spPr/>
      <dgm:t>
        <a:bodyPr/>
        <a:lstStyle/>
        <a:p>
          <a:endParaRPr lang="en-GB"/>
        </a:p>
      </dgm:t>
    </dgm:pt>
    <dgm:pt modelId="{5DA37E0F-E2D2-402A-B790-8EF51E1B024A}">
      <dgm:prSet phldrT="[Text]" phldr="0"/>
      <dgm:spPr/>
      <dgm:t>
        <a:bodyPr/>
        <a:lstStyle/>
        <a:p>
          <a:r>
            <a:rPr lang="en-GB">
              <a:latin typeface="Neue Haas Grotesk Text Pro"/>
            </a:rPr>
            <a:t>Model</a:t>
          </a:r>
          <a:endParaRPr lang="en-GB"/>
        </a:p>
      </dgm:t>
    </dgm:pt>
    <dgm:pt modelId="{62276B13-C9F3-46CB-ABF1-C20B583928AA}" type="parTrans" cxnId="{2DB916AE-E541-4AE8-9416-5F72FF2D3D20}">
      <dgm:prSet/>
      <dgm:spPr/>
    </dgm:pt>
    <dgm:pt modelId="{D318B31F-B0E7-438F-8F18-D8172D34EF23}" type="sibTrans" cxnId="{2DB916AE-E541-4AE8-9416-5F72FF2D3D20}">
      <dgm:prSet/>
      <dgm:spPr/>
      <dgm:t>
        <a:bodyPr/>
        <a:lstStyle/>
        <a:p>
          <a:endParaRPr lang="en-GB"/>
        </a:p>
      </dgm:t>
    </dgm:pt>
    <dgm:pt modelId="{44412C48-6D52-4A6F-A9A4-9C49CA219DB8}">
      <dgm:prSet phldrT="[Text]" phldr="0"/>
      <dgm:spPr/>
      <dgm:t>
        <a:bodyPr/>
        <a:lstStyle/>
        <a:p>
          <a:r>
            <a:rPr lang="en-GB">
              <a:latin typeface="Neue Haas Grotesk Text Pro"/>
            </a:rPr>
            <a:t>Generation</a:t>
          </a:r>
          <a:endParaRPr lang="en-GB"/>
        </a:p>
      </dgm:t>
    </dgm:pt>
    <dgm:pt modelId="{932260DF-AEF1-4561-8851-E286D32967A7}" type="parTrans" cxnId="{9A3BA49D-AAAA-4278-A87D-10041C93A7F8}">
      <dgm:prSet/>
      <dgm:spPr/>
    </dgm:pt>
    <dgm:pt modelId="{26EE6420-E18E-4798-AE24-7CE6E5D2AE0E}" type="sibTrans" cxnId="{9A3BA49D-AAAA-4278-A87D-10041C93A7F8}">
      <dgm:prSet/>
      <dgm:spPr/>
      <dgm:t>
        <a:bodyPr/>
        <a:lstStyle/>
        <a:p>
          <a:endParaRPr lang="en-GB"/>
        </a:p>
      </dgm:t>
    </dgm:pt>
    <dgm:pt modelId="{B08F6426-B875-418F-AD4C-573440E9635F}">
      <dgm:prSet phldr="0"/>
      <dgm:spPr/>
      <dgm:t>
        <a:bodyPr/>
        <a:lstStyle/>
        <a:p>
          <a:pPr rtl="0"/>
          <a:r>
            <a:rPr lang="en-GB">
              <a:latin typeface="Neue Haas Grotesk Text Pro"/>
            </a:rPr>
            <a:t>Feature </a:t>
          </a:r>
        </a:p>
      </dgm:t>
    </dgm:pt>
    <dgm:pt modelId="{88B4A51E-FE57-4803-A236-3A9A96D74CEF}" type="parTrans" cxnId="{4FB6CD2D-7FAE-4EA7-A3A2-ABC61528644C}">
      <dgm:prSet/>
      <dgm:spPr/>
    </dgm:pt>
    <dgm:pt modelId="{C654DE47-9B6A-4158-8935-DE18A34E92C6}" type="sibTrans" cxnId="{4FB6CD2D-7FAE-4EA7-A3A2-ABC61528644C}">
      <dgm:prSet/>
      <dgm:spPr/>
      <dgm:t>
        <a:bodyPr/>
        <a:lstStyle/>
        <a:p>
          <a:endParaRPr lang="en-GB"/>
        </a:p>
      </dgm:t>
    </dgm:pt>
    <dgm:pt modelId="{8547E5DB-8D19-4E9E-A68D-A06FED5F0062}">
      <dgm:prSet phldr="0"/>
      <dgm:spPr/>
      <dgm:t>
        <a:bodyPr/>
        <a:lstStyle/>
        <a:p>
          <a:pPr rtl="0"/>
          <a:r>
            <a:rPr lang="en-GB">
              <a:latin typeface="Neue Haas Grotesk Text Pro"/>
            </a:rPr>
            <a:t> mmg_feature_dts_avg</a:t>
          </a:r>
        </a:p>
      </dgm:t>
    </dgm:pt>
    <dgm:pt modelId="{207A744A-59D7-40C5-A1A0-41771F945425}" type="parTrans" cxnId="{5A1E91A6-D93C-4372-A073-F8C0C4EFBC36}">
      <dgm:prSet/>
      <dgm:spPr/>
    </dgm:pt>
    <dgm:pt modelId="{4DBCE2D7-DF58-4576-8C85-2AA317FB492D}" type="sibTrans" cxnId="{5A1E91A6-D93C-4372-A073-F8C0C4EFBC36}">
      <dgm:prSet/>
      <dgm:spPr/>
    </dgm:pt>
    <dgm:pt modelId="{14F7CE66-3211-4C88-876D-4EF5D22807BF}" type="pres">
      <dgm:prSet presAssocID="{C7C167A2-6203-4D8E-B006-65D5D3D2B4C0}" presName="Name0" presStyleCnt="0">
        <dgm:presLayoutVars>
          <dgm:dir/>
          <dgm:resizeHandles val="exact"/>
        </dgm:presLayoutVars>
      </dgm:prSet>
      <dgm:spPr/>
    </dgm:pt>
    <dgm:pt modelId="{0C5967FB-D396-42FE-957A-4D18D15AA0B5}" type="pres">
      <dgm:prSet presAssocID="{C7C167A2-6203-4D8E-B006-65D5D3D2B4C0}" presName="vNodes" presStyleCnt="0"/>
      <dgm:spPr/>
    </dgm:pt>
    <dgm:pt modelId="{7D6BD1F6-315C-4C18-A26C-0B3973D19CBF}" type="pres">
      <dgm:prSet presAssocID="{78BDA33B-8C02-470C-B4A6-3636398C8F84}" presName="node" presStyleLbl="node1" presStyleIdx="0" presStyleCnt="5">
        <dgm:presLayoutVars>
          <dgm:bulletEnabled val="1"/>
        </dgm:presLayoutVars>
      </dgm:prSet>
      <dgm:spPr>
        <a:solidFill>
          <a:srgbClr val="05255C"/>
        </a:solidFill>
      </dgm:spPr>
    </dgm:pt>
    <dgm:pt modelId="{2220FF32-91C2-4DA5-B450-4A2715805516}" type="pres">
      <dgm:prSet presAssocID="{ADC920BE-87C0-4051-9846-8B513B276E8B}" presName="spacerT" presStyleCnt="0"/>
      <dgm:spPr/>
    </dgm:pt>
    <dgm:pt modelId="{702C406E-B88D-42BE-9779-BB264F51781B}" type="pres">
      <dgm:prSet presAssocID="{ADC920BE-87C0-4051-9846-8B513B276E8B}" presName="sibTrans" presStyleLbl="sibTrans2D1" presStyleIdx="0" presStyleCnt="4"/>
      <dgm:spPr>
        <a:solidFill>
          <a:srgbClr val="991310"/>
        </a:solidFill>
      </dgm:spPr>
    </dgm:pt>
    <dgm:pt modelId="{E4DFDB7E-DE64-4824-88FB-346F66E36274}" type="pres">
      <dgm:prSet presAssocID="{ADC920BE-87C0-4051-9846-8B513B276E8B}" presName="spacerB" presStyleCnt="0"/>
      <dgm:spPr/>
    </dgm:pt>
    <dgm:pt modelId="{1837C915-5E59-4650-BCFA-619C9A3D9C8B}" type="pres">
      <dgm:prSet presAssocID="{5DA37E0F-E2D2-402A-B790-8EF51E1B024A}" presName="node" presStyleLbl="node1" presStyleIdx="1" presStyleCnt="5">
        <dgm:presLayoutVars>
          <dgm:bulletEnabled val="1"/>
        </dgm:presLayoutVars>
      </dgm:prSet>
      <dgm:spPr>
        <a:solidFill>
          <a:srgbClr val="05255C"/>
        </a:solidFill>
      </dgm:spPr>
    </dgm:pt>
    <dgm:pt modelId="{5F4D7526-8FD1-428D-A45E-0695F3AC8C8D}" type="pres">
      <dgm:prSet presAssocID="{D318B31F-B0E7-438F-8F18-D8172D34EF23}" presName="spacerT" presStyleCnt="0"/>
      <dgm:spPr/>
    </dgm:pt>
    <dgm:pt modelId="{DD809683-3D47-45FA-8B51-35A650DF0A43}" type="pres">
      <dgm:prSet presAssocID="{D318B31F-B0E7-438F-8F18-D8172D34EF23}" presName="sibTrans" presStyleLbl="sibTrans2D1" presStyleIdx="1" presStyleCnt="4"/>
      <dgm:spPr>
        <a:solidFill>
          <a:srgbClr val="991310"/>
        </a:solidFill>
      </dgm:spPr>
    </dgm:pt>
    <dgm:pt modelId="{AA7B641E-3A5E-4F95-BB32-9DA9716819EB}" type="pres">
      <dgm:prSet presAssocID="{D318B31F-B0E7-438F-8F18-D8172D34EF23}" presName="spacerB" presStyleCnt="0"/>
      <dgm:spPr/>
    </dgm:pt>
    <dgm:pt modelId="{0440CB29-5FB3-4463-83B7-9410DF0A5AE4}" type="pres">
      <dgm:prSet presAssocID="{44412C48-6D52-4A6F-A9A4-9C49CA219DB8}" presName="node" presStyleLbl="node1" presStyleIdx="2" presStyleCnt="5">
        <dgm:presLayoutVars>
          <dgm:bulletEnabled val="1"/>
        </dgm:presLayoutVars>
      </dgm:prSet>
      <dgm:spPr>
        <a:solidFill>
          <a:srgbClr val="05255C"/>
        </a:solidFill>
      </dgm:spPr>
    </dgm:pt>
    <dgm:pt modelId="{E082F305-7616-4E42-BDF1-4052E234E748}" type="pres">
      <dgm:prSet presAssocID="{26EE6420-E18E-4798-AE24-7CE6E5D2AE0E}" presName="spacerT" presStyleCnt="0"/>
      <dgm:spPr/>
    </dgm:pt>
    <dgm:pt modelId="{38F2C00C-118D-4516-8BF3-D62C6B985525}" type="pres">
      <dgm:prSet presAssocID="{26EE6420-E18E-4798-AE24-7CE6E5D2AE0E}" presName="sibTrans" presStyleLbl="sibTrans2D1" presStyleIdx="2" presStyleCnt="4"/>
      <dgm:spPr>
        <a:solidFill>
          <a:srgbClr val="991310"/>
        </a:solidFill>
      </dgm:spPr>
    </dgm:pt>
    <dgm:pt modelId="{BB68042F-4EA9-4A77-997D-E7E92682B39F}" type="pres">
      <dgm:prSet presAssocID="{26EE6420-E18E-4798-AE24-7CE6E5D2AE0E}" presName="spacerB" presStyleCnt="0"/>
      <dgm:spPr/>
    </dgm:pt>
    <dgm:pt modelId="{73E1DB20-BF8A-4F82-9B0F-CAD8236861C8}" type="pres">
      <dgm:prSet presAssocID="{B08F6426-B875-418F-AD4C-573440E9635F}" presName="node" presStyleLbl="node1" presStyleIdx="3" presStyleCnt="5">
        <dgm:presLayoutVars>
          <dgm:bulletEnabled val="1"/>
        </dgm:presLayoutVars>
      </dgm:prSet>
      <dgm:spPr>
        <a:solidFill>
          <a:srgbClr val="05255C"/>
        </a:solidFill>
      </dgm:spPr>
    </dgm:pt>
    <dgm:pt modelId="{993EDD49-1BC0-4ACC-9137-DE3C7B130799}" type="pres">
      <dgm:prSet presAssocID="{C7C167A2-6203-4D8E-B006-65D5D3D2B4C0}" presName="sibTransLast" presStyleLbl="sibTrans2D1" presStyleIdx="3" presStyleCnt="4"/>
      <dgm:spPr>
        <a:solidFill>
          <a:srgbClr val="991310"/>
        </a:solidFill>
      </dgm:spPr>
    </dgm:pt>
    <dgm:pt modelId="{6A0E249F-1674-48EA-860E-EC6F723256B5}" type="pres">
      <dgm:prSet presAssocID="{C7C167A2-6203-4D8E-B006-65D5D3D2B4C0}" presName="connectorText" presStyleLbl="sibTrans2D1" presStyleIdx="3" presStyleCnt="4"/>
      <dgm:spPr/>
    </dgm:pt>
    <dgm:pt modelId="{16FC8C5F-7823-41F8-A58A-DA772EB94CC4}" type="pres">
      <dgm:prSet presAssocID="{C7C167A2-6203-4D8E-B006-65D5D3D2B4C0}" presName="lastNode" presStyleLbl="node1" presStyleIdx="4" presStyleCnt="5">
        <dgm:presLayoutVars>
          <dgm:bulletEnabled val="1"/>
        </dgm:presLayoutVars>
      </dgm:prSet>
      <dgm:spPr>
        <a:solidFill>
          <a:srgbClr val="991310"/>
        </a:solidFill>
      </dgm:spPr>
    </dgm:pt>
  </dgm:ptLst>
  <dgm:cxnLst>
    <dgm:cxn modelId="{53037104-1407-4368-A7A2-FFA9EC66A5BE}" type="presOf" srcId="{C7C167A2-6203-4D8E-B006-65D5D3D2B4C0}" destId="{14F7CE66-3211-4C88-876D-4EF5D22807BF}" srcOrd="0" destOrd="0" presId="urn:microsoft.com/office/officeart/2005/8/layout/equation2"/>
    <dgm:cxn modelId="{FAD2A40A-744C-4DC2-AB7C-FB5968C1C1A6}" type="presOf" srcId="{C654DE47-9B6A-4158-8935-DE18A34E92C6}" destId="{993EDD49-1BC0-4ACC-9137-DE3C7B130799}" srcOrd="0" destOrd="0" presId="urn:microsoft.com/office/officeart/2005/8/layout/equation2"/>
    <dgm:cxn modelId="{4FB6CD2D-7FAE-4EA7-A3A2-ABC61528644C}" srcId="{C7C167A2-6203-4D8E-B006-65D5D3D2B4C0}" destId="{B08F6426-B875-418F-AD4C-573440E9635F}" srcOrd="3" destOrd="0" parTransId="{88B4A51E-FE57-4803-A236-3A9A96D74CEF}" sibTransId="{C654DE47-9B6A-4158-8935-DE18A34E92C6}"/>
    <dgm:cxn modelId="{6E9A955B-6163-463B-ADA7-593612FA4730}" type="presOf" srcId="{8547E5DB-8D19-4E9E-A68D-A06FED5F0062}" destId="{16FC8C5F-7823-41F8-A58A-DA772EB94CC4}" srcOrd="0" destOrd="0" presId="urn:microsoft.com/office/officeart/2005/8/layout/equation2"/>
    <dgm:cxn modelId="{2ABEEC63-8FB4-41C2-A679-A28D84B6E605}" srcId="{C7C167A2-6203-4D8E-B006-65D5D3D2B4C0}" destId="{78BDA33B-8C02-470C-B4A6-3636398C8F84}" srcOrd="0" destOrd="0" parTransId="{6126F6C3-D475-455D-94AA-CF7CD52D6370}" sibTransId="{ADC920BE-87C0-4051-9846-8B513B276E8B}"/>
    <dgm:cxn modelId="{D7C64947-C67E-47B1-B009-92541704F847}" type="presOf" srcId="{44412C48-6D52-4A6F-A9A4-9C49CA219DB8}" destId="{0440CB29-5FB3-4463-83B7-9410DF0A5AE4}" srcOrd="0" destOrd="0" presId="urn:microsoft.com/office/officeart/2005/8/layout/equation2"/>
    <dgm:cxn modelId="{344AAB8B-0D5B-4FC2-AD77-DCB33E0C3F28}" type="presOf" srcId="{D318B31F-B0E7-438F-8F18-D8172D34EF23}" destId="{DD809683-3D47-45FA-8B51-35A650DF0A43}" srcOrd="0" destOrd="0" presId="urn:microsoft.com/office/officeart/2005/8/layout/equation2"/>
    <dgm:cxn modelId="{9A3BA49D-AAAA-4278-A87D-10041C93A7F8}" srcId="{C7C167A2-6203-4D8E-B006-65D5D3D2B4C0}" destId="{44412C48-6D52-4A6F-A9A4-9C49CA219DB8}" srcOrd="2" destOrd="0" parTransId="{932260DF-AEF1-4561-8851-E286D32967A7}" sibTransId="{26EE6420-E18E-4798-AE24-7CE6E5D2AE0E}"/>
    <dgm:cxn modelId="{6C42AFA4-7D13-45D1-917C-7CBE838BB599}" type="presOf" srcId="{78BDA33B-8C02-470C-B4A6-3636398C8F84}" destId="{7D6BD1F6-315C-4C18-A26C-0B3973D19CBF}" srcOrd="0" destOrd="0" presId="urn:microsoft.com/office/officeart/2005/8/layout/equation2"/>
    <dgm:cxn modelId="{5A1E91A6-D93C-4372-A073-F8C0C4EFBC36}" srcId="{C7C167A2-6203-4D8E-B006-65D5D3D2B4C0}" destId="{8547E5DB-8D19-4E9E-A68D-A06FED5F0062}" srcOrd="4" destOrd="0" parTransId="{207A744A-59D7-40C5-A1A0-41771F945425}" sibTransId="{4DBCE2D7-DF58-4576-8C85-2AA317FB492D}"/>
    <dgm:cxn modelId="{55DDD7AA-C64A-4E4B-842B-44E7555AC98A}" type="presOf" srcId="{C654DE47-9B6A-4158-8935-DE18A34E92C6}" destId="{6A0E249F-1674-48EA-860E-EC6F723256B5}" srcOrd="1" destOrd="0" presId="urn:microsoft.com/office/officeart/2005/8/layout/equation2"/>
    <dgm:cxn modelId="{2DB916AE-E541-4AE8-9416-5F72FF2D3D20}" srcId="{C7C167A2-6203-4D8E-B006-65D5D3D2B4C0}" destId="{5DA37E0F-E2D2-402A-B790-8EF51E1B024A}" srcOrd="1" destOrd="0" parTransId="{62276B13-C9F3-46CB-ABF1-C20B583928AA}" sibTransId="{D318B31F-B0E7-438F-8F18-D8172D34EF23}"/>
    <dgm:cxn modelId="{822730B8-AD88-4221-A917-2F1C1DA1D822}" type="presOf" srcId="{26EE6420-E18E-4798-AE24-7CE6E5D2AE0E}" destId="{38F2C00C-118D-4516-8BF3-D62C6B985525}" srcOrd="0" destOrd="0" presId="urn:microsoft.com/office/officeart/2005/8/layout/equation2"/>
    <dgm:cxn modelId="{35ED43BD-7400-4DAA-94BF-6BE4771CAE7A}" type="presOf" srcId="{ADC920BE-87C0-4051-9846-8B513B276E8B}" destId="{702C406E-B88D-42BE-9779-BB264F51781B}" srcOrd="0" destOrd="0" presId="urn:microsoft.com/office/officeart/2005/8/layout/equation2"/>
    <dgm:cxn modelId="{36B95FDF-2934-4106-9F0D-53B8B85D8AF3}" type="presOf" srcId="{B08F6426-B875-418F-AD4C-573440E9635F}" destId="{73E1DB20-BF8A-4F82-9B0F-CAD8236861C8}" srcOrd="0" destOrd="0" presId="urn:microsoft.com/office/officeart/2005/8/layout/equation2"/>
    <dgm:cxn modelId="{CE6745E4-1FEA-4E63-A7C4-AB0AF430D776}" type="presOf" srcId="{5DA37E0F-E2D2-402A-B790-8EF51E1B024A}" destId="{1837C915-5E59-4650-BCFA-619C9A3D9C8B}" srcOrd="0" destOrd="0" presId="urn:microsoft.com/office/officeart/2005/8/layout/equation2"/>
    <dgm:cxn modelId="{CBB7D62D-09BC-4737-B90E-279D807B9952}" type="presParOf" srcId="{14F7CE66-3211-4C88-876D-4EF5D22807BF}" destId="{0C5967FB-D396-42FE-957A-4D18D15AA0B5}" srcOrd="0" destOrd="0" presId="urn:microsoft.com/office/officeart/2005/8/layout/equation2"/>
    <dgm:cxn modelId="{DD8AF38C-174D-48B4-B980-962A5A2C9302}" type="presParOf" srcId="{0C5967FB-D396-42FE-957A-4D18D15AA0B5}" destId="{7D6BD1F6-315C-4C18-A26C-0B3973D19CBF}" srcOrd="0" destOrd="0" presId="urn:microsoft.com/office/officeart/2005/8/layout/equation2"/>
    <dgm:cxn modelId="{954B3BD2-03E8-4DF0-80F1-62630E37E13A}" type="presParOf" srcId="{0C5967FB-D396-42FE-957A-4D18D15AA0B5}" destId="{2220FF32-91C2-4DA5-B450-4A2715805516}" srcOrd="1" destOrd="0" presId="urn:microsoft.com/office/officeart/2005/8/layout/equation2"/>
    <dgm:cxn modelId="{23502CCD-DE9F-490E-B261-1232A60A443A}" type="presParOf" srcId="{0C5967FB-D396-42FE-957A-4D18D15AA0B5}" destId="{702C406E-B88D-42BE-9779-BB264F51781B}" srcOrd="2" destOrd="0" presId="urn:microsoft.com/office/officeart/2005/8/layout/equation2"/>
    <dgm:cxn modelId="{EBC0FB4D-36C3-4EBD-9EB5-026077E5A995}" type="presParOf" srcId="{0C5967FB-D396-42FE-957A-4D18D15AA0B5}" destId="{E4DFDB7E-DE64-4824-88FB-346F66E36274}" srcOrd="3" destOrd="0" presId="urn:microsoft.com/office/officeart/2005/8/layout/equation2"/>
    <dgm:cxn modelId="{8C3BEE41-84FE-4FC3-9E18-EBB39BABFE6A}" type="presParOf" srcId="{0C5967FB-D396-42FE-957A-4D18D15AA0B5}" destId="{1837C915-5E59-4650-BCFA-619C9A3D9C8B}" srcOrd="4" destOrd="0" presId="urn:microsoft.com/office/officeart/2005/8/layout/equation2"/>
    <dgm:cxn modelId="{067FD141-3109-47A3-996F-E3B98C02BAE0}" type="presParOf" srcId="{0C5967FB-D396-42FE-957A-4D18D15AA0B5}" destId="{5F4D7526-8FD1-428D-A45E-0695F3AC8C8D}" srcOrd="5" destOrd="0" presId="urn:microsoft.com/office/officeart/2005/8/layout/equation2"/>
    <dgm:cxn modelId="{87F9D242-B879-4C31-A695-66757D4F7B35}" type="presParOf" srcId="{0C5967FB-D396-42FE-957A-4D18D15AA0B5}" destId="{DD809683-3D47-45FA-8B51-35A650DF0A43}" srcOrd="6" destOrd="0" presId="urn:microsoft.com/office/officeart/2005/8/layout/equation2"/>
    <dgm:cxn modelId="{4EA9E398-1113-467E-8404-74345BF43099}" type="presParOf" srcId="{0C5967FB-D396-42FE-957A-4D18D15AA0B5}" destId="{AA7B641E-3A5E-4F95-BB32-9DA9716819EB}" srcOrd="7" destOrd="0" presId="urn:microsoft.com/office/officeart/2005/8/layout/equation2"/>
    <dgm:cxn modelId="{201573C3-F5F5-49C0-ABA8-5599E0A76470}" type="presParOf" srcId="{0C5967FB-D396-42FE-957A-4D18D15AA0B5}" destId="{0440CB29-5FB3-4463-83B7-9410DF0A5AE4}" srcOrd="8" destOrd="0" presId="urn:microsoft.com/office/officeart/2005/8/layout/equation2"/>
    <dgm:cxn modelId="{24748050-8831-47F4-8398-517BA652F851}" type="presParOf" srcId="{0C5967FB-D396-42FE-957A-4D18D15AA0B5}" destId="{E082F305-7616-4E42-BDF1-4052E234E748}" srcOrd="9" destOrd="0" presId="urn:microsoft.com/office/officeart/2005/8/layout/equation2"/>
    <dgm:cxn modelId="{96444215-C95A-4695-B46D-D013CAC1C731}" type="presParOf" srcId="{0C5967FB-D396-42FE-957A-4D18D15AA0B5}" destId="{38F2C00C-118D-4516-8BF3-D62C6B985525}" srcOrd="10" destOrd="0" presId="urn:microsoft.com/office/officeart/2005/8/layout/equation2"/>
    <dgm:cxn modelId="{1587C96C-3D03-4B46-B406-77258316F7D7}" type="presParOf" srcId="{0C5967FB-D396-42FE-957A-4D18D15AA0B5}" destId="{BB68042F-4EA9-4A77-997D-E7E92682B39F}" srcOrd="11" destOrd="0" presId="urn:microsoft.com/office/officeart/2005/8/layout/equation2"/>
    <dgm:cxn modelId="{B4D596BA-BA08-41CB-90E3-CCCEE8CA1DE0}" type="presParOf" srcId="{0C5967FB-D396-42FE-957A-4D18D15AA0B5}" destId="{73E1DB20-BF8A-4F82-9B0F-CAD8236861C8}" srcOrd="12" destOrd="0" presId="urn:microsoft.com/office/officeart/2005/8/layout/equation2"/>
    <dgm:cxn modelId="{5B0A3A48-F461-44BF-B95A-6B72CE4420E5}" type="presParOf" srcId="{14F7CE66-3211-4C88-876D-4EF5D22807BF}" destId="{993EDD49-1BC0-4ACC-9137-DE3C7B130799}" srcOrd="1" destOrd="0" presId="urn:microsoft.com/office/officeart/2005/8/layout/equation2"/>
    <dgm:cxn modelId="{F85EFB91-4BA6-4533-9F19-ADF4466AFFFE}" type="presParOf" srcId="{993EDD49-1BC0-4ACC-9137-DE3C7B130799}" destId="{6A0E249F-1674-48EA-860E-EC6F723256B5}" srcOrd="0" destOrd="0" presId="urn:microsoft.com/office/officeart/2005/8/layout/equation2"/>
    <dgm:cxn modelId="{3B74156C-A045-4A23-A766-D31FC2BB69C4}" type="presParOf" srcId="{14F7CE66-3211-4C88-876D-4EF5D22807BF}" destId="{16FC8C5F-7823-41F8-A58A-DA772EB94CC4}"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77F5C0-8883-470C-8718-381DF38D2816}"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GB"/>
        </a:p>
      </dgm:t>
    </dgm:pt>
    <dgm:pt modelId="{8EDFCB49-5859-4923-8571-D72A406F13A2}">
      <dgm:prSet phldrT="[Text]"/>
      <dgm:spPr/>
      <dgm:t>
        <a:bodyPr/>
        <a:lstStyle/>
        <a:p>
          <a:pPr rtl="0"/>
          <a:r>
            <a:rPr lang="en-GB" b="1">
              <a:solidFill>
                <a:schemeClr val="tx1"/>
              </a:solidFill>
              <a:latin typeface="Neue Haas Grotesk Text Pro"/>
            </a:rPr>
            <a:t>Data </a:t>
          </a:r>
          <a:endParaRPr lang="en-GB" b="1">
            <a:solidFill>
              <a:schemeClr val="tx1"/>
            </a:solidFill>
          </a:endParaRPr>
        </a:p>
      </dgm:t>
    </dgm:pt>
    <dgm:pt modelId="{7F40CDA6-C8D4-4B36-8518-3C3776E4781A}" type="parTrans" cxnId="{235FD9F1-B9A5-488C-84B9-4EE64B494E5B}">
      <dgm:prSet/>
      <dgm:spPr/>
      <dgm:t>
        <a:bodyPr/>
        <a:lstStyle/>
        <a:p>
          <a:endParaRPr lang="en-GB"/>
        </a:p>
      </dgm:t>
    </dgm:pt>
    <dgm:pt modelId="{1E0B3C60-D916-4ECB-AADA-6840B70086D1}" type="sibTrans" cxnId="{235FD9F1-B9A5-488C-84B9-4EE64B494E5B}">
      <dgm:prSet/>
      <dgm:spPr/>
      <dgm:t>
        <a:bodyPr/>
        <a:lstStyle/>
        <a:p>
          <a:endParaRPr lang="en-GB"/>
        </a:p>
      </dgm:t>
    </dgm:pt>
    <dgm:pt modelId="{146238E6-D54E-4A2B-AD63-87C112D98188}">
      <dgm:prSet phldrT="[Text]"/>
      <dgm:spPr/>
      <dgm:t>
        <a:bodyPr/>
        <a:lstStyle/>
        <a:p>
          <a:pPr rtl="0"/>
          <a:r>
            <a:rPr lang="en-GB">
              <a:solidFill>
                <a:schemeClr val="tx1"/>
              </a:solidFill>
              <a:latin typeface="Neue Haas Grotesk Text Pro"/>
            </a:rPr>
            <a:t> </a:t>
          </a:r>
          <a:r>
            <a:rPr lang="en-GB" b="1">
              <a:solidFill>
                <a:schemeClr val="tx1"/>
              </a:solidFill>
              <a:latin typeface="Neue Haas Grotesk Text Pro"/>
            </a:rPr>
            <a:t>Numeric Features</a:t>
          </a:r>
          <a:endParaRPr lang="en-GB" b="1">
            <a:solidFill>
              <a:schemeClr val="tx1"/>
            </a:solidFill>
          </a:endParaRPr>
        </a:p>
      </dgm:t>
    </dgm:pt>
    <dgm:pt modelId="{EE00FC90-2497-42D8-84FA-7002C4032039}" type="parTrans" cxnId="{4DEBAB6A-2B3F-4C76-9499-8213DC7E5D93}">
      <dgm:prSet/>
      <dgm:spPr/>
      <dgm:t>
        <a:bodyPr/>
        <a:lstStyle/>
        <a:p>
          <a:endParaRPr lang="en-GB"/>
        </a:p>
      </dgm:t>
    </dgm:pt>
    <dgm:pt modelId="{48531035-C6EA-46EF-A662-7AF2A1FD56EF}" type="sibTrans" cxnId="{4DEBAB6A-2B3F-4C76-9499-8213DC7E5D93}">
      <dgm:prSet/>
      <dgm:spPr/>
      <dgm:t>
        <a:bodyPr/>
        <a:lstStyle/>
        <a:p>
          <a:endParaRPr lang="en-GB"/>
        </a:p>
      </dgm:t>
    </dgm:pt>
    <dgm:pt modelId="{F4D4A847-E1A9-487A-B27F-BE3A83D625D2}">
      <dgm:prSet phldrT="[Text]" phldr="0"/>
      <dgm:spPr/>
      <dgm:t>
        <a:bodyPr/>
        <a:lstStyle/>
        <a:p>
          <a:pPr rtl="0"/>
          <a:r>
            <a:rPr lang="en-GB" b="1">
              <a:solidFill>
                <a:schemeClr val="tx1"/>
              </a:solidFill>
              <a:latin typeface="Neue Haas Grotesk Text Pro"/>
            </a:rPr>
            <a:t>Categorical Features </a:t>
          </a:r>
          <a:endParaRPr lang="en-GB" b="1">
            <a:solidFill>
              <a:schemeClr val="tx1"/>
            </a:solidFill>
          </a:endParaRPr>
        </a:p>
      </dgm:t>
    </dgm:pt>
    <dgm:pt modelId="{E6229532-651C-454D-89D3-0EDE08EE1545}" type="parTrans" cxnId="{7805C11D-5D1C-4A5B-B13D-B64BA61BAFF5}">
      <dgm:prSet/>
      <dgm:spPr/>
      <dgm:t>
        <a:bodyPr/>
        <a:lstStyle/>
        <a:p>
          <a:endParaRPr lang="en-GB"/>
        </a:p>
      </dgm:t>
    </dgm:pt>
    <dgm:pt modelId="{430D5752-0B1E-4760-B2A8-88DE6F421C33}" type="sibTrans" cxnId="{7805C11D-5D1C-4A5B-B13D-B64BA61BAFF5}">
      <dgm:prSet/>
      <dgm:spPr/>
      <dgm:t>
        <a:bodyPr/>
        <a:lstStyle/>
        <a:p>
          <a:endParaRPr lang="en-GB"/>
        </a:p>
      </dgm:t>
    </dgm:pt>
    <dgm:pt modelId="{B02CE7C8-DBCF-400B-A9EF-5FB84857926B}">
      <dgm:prSet phldr="0"/>
      <dgm:spPr/>
      <dgm:t>
        <a:bodyPr/>
        <a:lstStyle/>
        <a:p>
          <a:pPr rtl="0"/>
          <a:r>
            <a:rPr lang="en-GB">
              <a:solidFill>
                <a:schemeClr val="tx1"/>
              </a:solidFill>
              <a:latin typeface="Neue Haas Grotesk Text Pro"/>
            </a:rPr>
            <a:t>Standard Scaler()</a:t>
          </a:r>
        </a:p>
      </dgm:t>
    </dgm:pt>
    <dgm:pt modelId="{544DC709-65C9-4FC2-A76B-6AF9F1E8D9C9}" type="parTrans" cxnId="{673B4615-C849-4044-B2EB-AA0184EC3B32}">
      <dgm:prSet/>
      <dgm:spPr/>
    </dgm:pt>
    <dgm:pt modelId="{AF1804EF-6F6D-4690-9312-48CCF5AE2A01}" type="sibTrans" cxnId="{673B4615-C849-4044-B2EB-AA0184EC3B32}">
      <dgm:prSet/>
      <dgm:spPr/>
    </dgm:pt>
    <dgm:pt modelId="{27C7A210-4EBD-4C35-9639-F1835A597F69}">
      <dgm:prSet phldr="0"/>
      <dgm:spPr/>
      <dgm:t>
        <a:bodyPr/>
        <a:lstStyle/>
        <a:p>
          <a:pPr rtl="0"/>
          <a:r>
            <a:rPr lang="en-GB">
              <a:solidFill>
                <a:schemeClr val="tx1"/>
              </a:solidFill>
              <a:latin typeface="Neue Haas Grotesk Text Pro"/>
            </a:rPr>
            <a:t>Train-Test Split</a:t>
          </a:r>
        </a:p>
      </dgm:t>
    </dgm:pt>
    <dgm:pt modelId="{AD0D724C-E139-479B-A18C-55EB9F43628F}" type="parTrans" cxnId="{F53C7A79-441E-45EA-86ED-DEAFD15109C3}">
      <dgm:prSet/>
      <dgm:spPr/>
    </dgm:pt>
    <dgm:pt modelId="{851D85E9-FDF3-4A9C-9755-96961CE50086}" type="sibTrans" cxnId="{F53C7A79-441E-45EA-86ED-DEAFD15109C3}">
      <dgm:prSet/>
      <dgm:spPr/>
    </dgm:pt>
    <dgm:pt modelId="{E7487C12-DF59-4D52-9E41-3C209FCD6B7A}">
      <dgm:prSet phldr="0"/>
      <dgm:spPr/>
      <dgm:t>
        <a:bodyPr/>
        <a:lstStyle/>
        <a:p>
          <a:pPr rtl="0"/>
          <a:r>
            <a:rPr lang="en-GB">
              <a:solidFill>
                <a:schemeClr val="tx1"/>
              </a:solidFill>
              <a:latin typeface="Neue Haas Grotesk Text Pro"/>
            </a:rPr>
            <a:t>Target Encoded</a:t>
          </a:r>
        </a:p>
      </dgm:t>
    </dgm:pt>
    <dgm:pt modelId="{6A3E973A-F7B3-4C69-8F16-EA4783B26099}" type="parTrans" cxnId="{0D60DD05-2E1B-4E23-9008-845CAC66011F}">
      <dgm:prSet/>
      <dgm:spPr/>
    </dgm:pt>
    <dgm:pt modelId="{20B56524-C86B-4805-92CF-12CD468198F9}" type="sibTrans" cxnId="{0D60DD05-2E1B-4E23-9008-845CAC66011F}">
      <dgm:prSet/>
      <dgm:spPr/>
    </dgm:pt>
    <dgm:pt modelId="{B4A30DF5-0107-4D48-AF57-370C74F4A268}" type="pres">
      <dgm:prSet presAssocID="{E677F5C0-8883-470C-8718-381DF38D2816}" presName="hierChild1" presStyleCnt="0">
        <dgm:presLayoutVars>
          <dgm:orgChart val="1"/>
          <dgm:chPref val="1"/>
          <dgm:dir/>
          <dgm:animOne val="branch"/>
          <dgm:animLvl val="lvl"/>
          <dgm:resizeHandles/>
        </dgm:presLayoutVars>
      </dgm:prSet>
      <dgm:spPr/>
    </dgm:pt>
    <dgm:pt modelId="{D05DC2AD-30DE-4296-AE36-DDC63CB94240}" type="pres">
      <dgm:prSet presAssocID="{8EDFCB49-5859-4923-8571-D72A406F13A2}" presName="hierRoot1" presStyleCnt="0">
        <dgm:presLayoutVars>
          <dgm:hierBranch val="init"/>
        </dgm:presLayoutVars>
      </dgm:prSet>
      <dgm:spPr/>
    </dgm:pt>
    <dgm:pt modelId="{D8982C7E-3CD2-4AA7-BB35-5E009DC512D1}" type="pres">
      <dgm:prSet presAssocID="{8EDFCB49-5859-4923-8571-D72A406F13A2}" presName="rootComposite1" presStyleCnt="0"/>
      <dgm:spPr/>
    </dgm:pt>
    <dgm:pt modelId="{03C6CA14-5F55-4BC8-A526-F92C3E2EAAC2}" type="pres">
      <dgm:prSet presAssocID="{8EDFCB49-5859-4923-8571-D72A406F13A2}" presName="rootText1" presStyleLbl="node0" presStyleIdx="0" presStyleCnt="1">
        <dgm:presLayoutVars>
          <dgm:chPref val="3"/>
        </dgm:presLayoutVars>
      </dgm:prSet>
      <dgm:spPr>
        <a:solidFill>
          <a:srgbClr val="A81111"/>
        </a:solidFill>
      </dgm:spPr>
    </dgm:pt>
    <dgm:pt modelId="{2EC3F57A-C84B-4B9E-9277-37C08477D7D5}" type="pres">
      <dgm:prSet presAssocID="{8EDFCB49-5859-4923-8571-D72A406F13A2}" presName="rootConnector1" presStyleLbl="node1" presStyleIdx="0" presStyleCnt="0"/>
      <dgm:spPr/>
    </dgm:pt>
    <dgm:pt modelId="{98C3ECE1-9BBC-4DF2-A034-35C8B3339298}" type="pres">
      <dgm:prSet presAssocID="{8EDFCB49-5859-4923-8571-D72A406F13A2}" presName="hierChild2" presStyleCnt="0"/>
      <dgm:spPr/>
    </dgm:pt>
    <dgm:pt modelId="{DC31478D-128C-4E0B-948D-EB362771C5F5}" type="pres">
      <dgm:prSet presAssocID="{EE00FC90-2497-42D8-84FA-7002C4032039}" presName="Name37" presStyleLbl="parChTrans1D2" presStyleIdx="0" presStyleCnt="2"/>
      <dgm:spPr/>
    </dgm:pt>
    <dgm:pt modelId="{4F1240AE-5137-4B87-B0D1-E24EF9E4C3F5}" type="pres">
      <dgm:prSet presAssocID="{146238E6-D54E-4A2B-AD63-87C112D98188}" presName="hierRoot2" presStyleCnt="0">
        <dgm:presLayoutVars>
          <dgm:hierBranch val="init"/>
        </dgm:presLayoutVars>
      </dgm:prSet>
      <dgm:spPr/>
    </dgm:pt>
    <dgm:pt modelId="{322B391F-AB2D-4E92-ABAB-F07F21991A64}" type="pres">
      <dgm:prSet presAssocID="{146238E6-D54E-4A2B-AD63-87C112D98188}" presName="rootComposite" presStyleCnt="0"/>
      <dgm:spPr/>
    </dgm:pt>
    <dgm:pt modelId="{EECFF106-AADD-45E1-81FC-A25AB79FF556}" type="pres">
      <dgm:prSet presAssocID="{146238E6-D54E-4A2B-AD63-87C112D98188}" presName="rootText" presStyleLbl="node2" presStyleIdx="0" presStyleCnt="2">
        <dgm:presLayoutVars>
          <dgm:chPref val="3"/>
        </dgm:presLayoutVars>
      </dgm:prSet>
      <dgm:spPr>
        <a:solidFill>
          <a:srgbClr val="A81111"/>
        </a:solidFill>
      </dgm:spPr>
    </dgm:pt>
    <dgm:pt modelId="{F479A35B-8DF2-4C9E-97E2-4D193F147F8C}" type="pres">
      <dgm:prSet presAssocID="{146238E6-D54E-4A2B-AD63-87C112D98188}" presName="rootConnector" presStyleLbl="node2" presStyleIdx="0" presStyleCnt="2"/>
      <dgm:spPr/>
    </dgm:pt>
    <dgm:pt modelId="{E42CCF71-DD5A-4BDA-8B5E-204411E6232C}" type="pres">
      <dgm:prSet presAssocID="{146238E6-D54E-4A2B-AD63-87C112D98188}" presName="hierChild4" presStyleCnt="0"/>
      <dgm:spPr/>
    </dgm:pt>
    <dgm:pt modelId="{E82D9E3A-043F-4545-A01A-8D1B09A24DCB}" type="pres">
      <dgm:prSet presAssocID="{544DC709-65C9-4FC2-A76B-6AF9F1E8D9C9}" presName="Name37" presStyleLbl="parChTrans1D3" presStyleIdx="0" presStyleCnt="3"/>
      <dgm:spPr/>
    </dgm:pt>
    <dgm:pt modelId="{DE27CCCC-77A8-448A-BFF7-194E0EA52874}" type="pres">
      <dgm:prSet presAssocID="{B02CE7C8-DBCF-400B-A9EF-5FB84857926B}" presName="hierRoot2" presStyleCnt="0">
        <dgm:presLayoutVars>
          <dgm:hierBranch val="init"/>
        </dgm:presLayoutVars>
      </dgm:prSet>
      <dgm:spPr/>
    </dgm:pt>
    <dgm:pt modelId="{99ACD1BC-147C-4747-9834-BA29306A0762}" type="pres">
      <dgm:prSet presAssocID="{B02CE7C8-DBCF-400B-A9EF-5FB84857926B}" presName="rootComposite" presStyleCnt="0"/>
      <dgm:spPr/>
    </dgm:pt>
    <dgm:pt modelId="{B895838C-5DE6-4491-A778-142E7B8DAF6D}" type="pres">
      <dgm:prSet presAssocID="{B02CE7C8-DBCF-400B-A9EF-5FB84857926B}" presName="rootText" presStyleLbl="node3" presStyleIdx="0" presStyleCnt="3">
        <dgm:presLayoutVars>
          <dgm:chPref val="3"/>
        </dgm:presLayoutVars>
      </dgm:prSet>
      <dgm:spPr>
        <a:solidFill>
          <a:srgbClr val="222B5E"/>
        </a:solidFill>
      </dgm:spPr>
    </dgm:pt>
    <dgm:pt modelId="{879E5575-6D25-459D-BD2D-1392CC509B83}" type="pres">
      <dgm:prSet presAssocID="{B02CE7C8-DBCF-400B-A9EF-5FB84857926B}" presName="rootConnector" presStyleLbl="node3" presStyleIdx="0" presStyleCnt="3"/>
      <dgm:spPr/>
    </dgm:pt>
    <dgm:pt modelId="{A8ACB8AC-2D2E-469E-8367-E732D2C612EC}" type="pres">
      <dgm:prSet presAssocID="{B02CE7C8-DBCF-400B-A9EF-5FB84857926B}" presName="hierChild4" presStyleCnt="0"/>
      <dgm:spPr/>
    </dgm:pt>
    <dgm:pt modelId="{3464595F-4507-4F60-BA5C-802A5CF819A1}" type="pres">
      <dgm:prSet presAssocID="{B02CE7C8-DBCF-400B-A9EF-5FB84857926B}" presName="hierChild5" presStyleCnt="0"/>
      <dgm:spPr/>
    </dgm:pt>
    <dgm:pt modelId="{CFDC42E7-7E43-49B9-8AA4-DB9C899C1F42}" type="pres">
      <dgm:prSet presAssocID="{146238E6-D54E-4A2B-AD63-87C112D98188}" presName="hierChild5" presStyleCnt="0"/>
      <dgm:spPr/>
    </dgm:pt>
    <dgm:pt modelId="{5C036A6C-E2DD-46B8-A7F0-83C6C988D733}" type="pres">
      <dgm:prSet presAssocID="{E6229532-651C-454D-89D3-0EDE08EE1545}" presName="Name37" presStyleLbl="parChTrans1D2" presStyleIdx="1" presStyleCnt="2"/>
      <dgm:spPr/>
    </dgm:pt>
    <dgm:pt modelId="{9AFCFBF3-910D-4D23-B4FF-A9C2B1BB90B1}" type="pres">
      <dgm:prSet presAssocID="{F4D4A847-E1A9-487A-B27F-BE3A83D625D2}" presName="hierRoot2" presStyleCnt="0">
        <dgm:presLayoutVars>
          <dgm:hierBranch val="init"/>
        </dgm:presLayoutVars>
      </dgm:prSet>
      <dgm:spPr/>
    </dgm:pt>
    <dgm:pt modelId="{D62910F3-9717-4D16-9617-78A5C86B136C}" type="pres">
      <dgm:prSet presAssocID="{F4D4A847-E1A9-487A-B27F-BE3A83D625D2}" presName="rootComposite" presStyleCnt="0"/>
      <dgm:spPr/>
    </dgm:pt>
    <dgm:pt modelId="{9DAEFBE8-D138-441D-B418-7604E9B30ED6}" type="pres">
      <dgm:prSet presAssocID="{F4D4A847-E1A9-487A-B27F-BE3A83D625D2}" presName="rootText" presStyleLbl="node2" presStyleIdx="1" presStyleCnt="2">
        <dgm:presLayoutVars>
          <dgm:chPref val="3"/>
        </dgm:presLayoutVars>
      </dgm:prSet>
      <dgm:spPr>
        <a:solidFill>
          <a:srgbClr val="A81111"/>
        </a:solidFill>
      </dgm:spPr>
    </dgm:pt>
    <dgm:pt modelId="{51CBFCA9-A0E4-4A8A-8A73-16101E33D4DD}" type="pres">
      <dgm:prSet presAssocID="{F4D4A847-E1A9-487A-B27F-BE3A83D625D2}" presName="rootConnector" presStyleLbl="node2" presStyleIdx="1" presStyleCnt="2"/>
      <dgm:spPr/>
    </dgm:pt>
    <dgm:pt modelId="{D28A91B6-88ED-4395-AEBC-2F50C7C19B2F}" type="pres">
      <dgm:prSet presAssocID="{F4D4A847-E1A9-487A-B27F-BE3A83D625D2}" presName="hierChild4" presStyleCnt="0"/>
      <dgm:spPr/>
    </dgm:pt>
    <dgm:pt modelId="{852D12B3-FFC6-437B-B34F-39AD8EE0A8ED}" type="pres">
      <dgm:prSet presAssocID="{AD0D724C-E139-479B-A18C-55EB9F43628F}" presName="Name37" presStyleLbl="parChTrans1D3" presStyleIdx="1" presStyleCnt="3"/>
      <dgm:spPr/>
    </dgm:pt>
    <dgm:pt modelId="{1B5B26B7-C900-44A9-9DFE-0A94200D3737}" type="pres">
      <dgm:prSet presAssocID="{27C7A210-4EBD-4C35-9639-F1835A597F69}" presName="hierRoot2" presStyleCnt="0">
        <dgm:presLayoutVars>
          <dgm:hierBranch val="init"/>
        </dgm:presLayoutVars>
      </dgm:prSet>
      <dgm:spPr/>
    </dgm:pt>
    <dgm:pt modelId="{9AD79325-5520-462E-B9AD-B5F6D8A265F9}" type="pres">
      <dgm:prSet presAssocID="{27C7A210-4EBD-4C35-9639-F1835A597F69}" presName="rootComposite" presStyleCnt="0"/>
      <dgm:spPr/>
    </dgm:pt>
    <dgm:pt modelId="{70789F9D-E7AF-4CFE-94F5-0433427A7EE3}" type="pres">
      <dgm:prSet presAssocID="{27C7A210-4EBD-4C35-9639-F1835A597F69}" presName="rootText" presStyleLbl="node3" presStyleIdx="1" presStyleCnt="3">
        <dgm:presLayoutVars>
          <dgm:chPref val="3"/>
        </dgm:presLayoutVars>
      </dgm:prSet>
      <dgm:spPr>
        <a:solidFill>
          <a:srgbClr val="222B5E"/>
        </a:solidFill>
      </dgm:spPr>
    </dgm:pt>
    <dgm:pt modelId="{E5EA5774-84D0-487F-9EEB-337A63EC67CD}" type="pres">
      <dgm:prSet presAssocID="{27C7A210-4EBD-4C35-9639-F1835A597F69}" presName="rootConnector" presStyleLbl="node3" presStyleIdx="1" presStyleCnt="3"/>
      <dgm:spPr/>
    </dgm:pt>
    <dgm:pt modelId="{C2F1B943-8BCB-4B12-A2B4-CBFF2FDCCD22}" type="pres">
      <dgm:prSet presAssocID="{27C7A210-4EBD-4C35-9639-F1835A597F69}" presName="hierChild4" presStyleCnt="0"/>
      <dgm:spPr/>
    </dgm:pt>
    <dgm:pt modelId="{E6815517-25BF-4AD2-B625-B98B3C720F94}" type="pres">
      <dgm:prSet presAssocID="{27C7A210-4EBD-4C35-9639-F1835A597F69}" presName="hierChild5" presStyleCnt="0"/>
      <dgm:spPr/>
    </dgm:pt>
    <dgm:pt modelId="{E699E16B-2BE8-4248-A6DB-8A2F5F672777}" type="pres">
      <dgm:prSet presAssocID="{6A3E973A-F7B3-4C69-8F16-EA4783B26099}" presName="Name37" presStyleLbl="parChTrans1D3" presStyleIdx="2" presStyleCnt="3"/>
      <dgm:spPr/>
    </dgm:pt>
    <dgm:pt modelId="{ED68569E-44AA-4363-ACDD-AF2619D0BA57}" type="pres">
      <dgm:prSet presAssocID="{E7487C12-DF59-4D52-9E41-3C209FCD6B7A}" presName="hierRoot2" presStyleCnt="0">
        <dgm:presLayoutVars>
          <dgm:hierBranch val="init"/>
        </dgm:presLayoutVars>
      </dgm:prSet>
      <dgm:spPr/>
    </dgm:pt>
    <dgm:pt modelId="{27C68965-EE56-4DBE-874A-9E29019E4537}" type="pres">
      <dgm:prSet presAssocID="{E7487C12-DF59-4D52-9E41-3C209FCD6B7A}" presName="rootComposite" presStyleCnt="0"/>
      <dgm:spPr/>
    </dgm:pt>
    <dgm:pt modelId="{20ADCC44-A140-41B1-BEF2-1C5EA25F7454}" type="pres">
      <dgm:prSet presAssocID="{E7487C12-DF59-4D52-9E41-3C209FCD6B7A}" presName="rootText" presStyleLbl="node3" presStyleIdx="2" presStyleCnt="3">
        <dgm:presLayoutVars>
          <dgm:chPref val="3"/>
        </dgm:presLayoutVars>
      </dgm:prSet>
      <dgm:spPr>
        <a:solidFill>
          <a:srgbClr val="222B5E"/>
        </a:solidFill>
      </dgm:spPr>
    </dgm:pt>
    <dgm:pt modelId="{767D0674-EE86-4136-A25E-5D818A6C46D3}" type="pres">
      <dgm:prSet presAssocID="{E7487C12-DF59-4D52-9E41-3C209FCD6B7A}" presName="rootConnector" presStyleLbl="node3" presStyleIdx="2" presStyleCnt="3"/>
      <dgm:spPr/>
    </dgm:pt>
    <dgm:pt modelId="{9239C8FF-3F10-45C4-A65D-E7D491C72DF1}" type="pres">
      <dgm:prSet presAssocID="{E7487C12-DF59-4D52-9E41-3C209FCD6B7A}" presName="hierChild4" presStyleCnt="0"/>
      <dgm:spPr/>
    </dgm:pt>
    <dgm:pt modelId="{F88ECE29-DEC4-43DE-9C00-39407ACFC100}" type="pres">
      <dgm:prSet presAssocID="{E7487C12-DF59-4D52-9E41-3C209FCD6B7A}" presName="hierChild5" presStyleCnt="0"/>
      <dgm:spPr/>
    </dgm:pt>
    <dgm:pt modelId="{D0EBC6A4-7E12-4F45-A309-85939E762A32}" type="pres">
      <dgm:prSet presAssocID="{F4D4A847-E1A9-487A-B27F-BE3A83D625D2}" presName="hierChild5" presStyleCnt="0"/>
      <dgm:spPr/>
    </dgm:pt>
    <dgm:pt modelId="{84976F54-3CA1-4B69-B1F7-2E28DA858FD5}" type="pres">
      <dgm:prSet presAssocID="{8EDFCB49-5859-4923-8571-D72A406F13A2}" presName="hierChild3" presStyleCnt="0"/>
      <dgm:spPr/>
    </dgm:pt>
  </dgm:ptLst>
  <dgm:cxnLst>
    <dgm:cxn modelId="{92758D03-63DA-44E0-9EB8-56ED8E7A3C3C}" type="presOf" srcId="{27C7A210-4EBD-4C35-9639-F1835A597F69}" destId="{70789F9D-E7AF-4CFE-94F5-0433427A7EE3}" srcOrd="0" destOrd="0" presId="urn:microsoft.com/office/officeart/2005/8/layout/orgChart1"/>
    <dgm:cxn modelId="{0D60DD05-2E1B-4E23-9008-845CAC66011F}" srcId="{F4D4A847-E1A9-487A-B27F-BE3A83D625D2}" destId="{E7487C12-DF59-4D52-9E41-3C209FCD6B7A}" srcOrd="1" destOrd="0" parTransId="{6A3E973A-F7B3-4C69-8F16-EA4783B26099}" sibTransId="{20B56524-C86B-4805-92CF-12CD468198F9}"/>
    <dgm:cxn modelId="{79BB3411-DB61-4E9C-8B69-F54EEAF3C155}" type="presOf" srcId="{146238E6-D54E-4A2B-AD63-87C112D98188}" destId="{F479A35B-8DF2-4C9E-97E2-4D193F147F8C}" srcOrd="1" destOrd="0" presId="urn:microsoft.com/office/officeart/2005/8/layout/orgChart1"/>
    <dgm:cxn modelId="{B9A0E014-DA96-4319-9192-705E0221367C}" type="presOf" srcId="{E677F5C0-8883-470C-8718-381DF38D2816}" destId="{B4A30DF5-0107-4D48-AF57-370C74F4A268}" srcOrd="0" destOrd="0" presId="urn:microsoft.com/office/officeart/2005/8/layout/orgChart1"/>
    <dgm:cxn modelId="{673B4615-C849-4044-B2EB-AA0184EC3B32}" srcId="{146238E6-D54E-4A2B-AD63-87C112D98188}" destId="{B02CE7C8-DBCF-400B-A9EF-5FB84857926B}" srcOrd="0" destOrd="0" parTransId="{544DC709-65C9-4FC2-A76B-6AF9F1E8D9C9}" sibTransId="{AF1804EF-6F6D-4690-9312-48CCF5AE2A01}"/>
    <dgm:cxn modelId="{7805C11D-5D1C-4A5B-B13D-B64BA61BAFF5}" srcId="{8EDFCB49-5859-4923-8571-D72A406F13A2}" destId="{F4D4A847-E1A9-487A-B27F-BE3A83D625D2}" srcOrd="1" destOrd="0" parTransId="{E6229532-651C-454D-89D3-0EDE08EE1545}" sibTransId="{430D5752-0B1E-4760-B2A8-88DE6F421C33}"/>
    <dgm:cxn modelId="{73436F20-2519-4E6A-931B-232A5BE4418C}" type="presOf" srcId="{146238E6-D54E-4A2B-AD63-87C112D98188}" destId="{EECFF106-AADD-45E1-81FC-A25AB79FF556}" srcOrd="0" destOrd="0" presId="urn:microsoft.com/office/officeart/2005/8/layout/orgChart1"/>
    <dgm:cxn modelId="{D0309C2A-B664-4FC7-A623-479E3581D311}" type="presOf" srcId="{AD0D724C-E139-479B-A18C-55EB9F43628F}" destId="{852D12B3-FFC6-437B-B34F-39AD8EE0A8ED}" srcOrd="0" destOrd="0" presId="urn:microsoft.com/office/officeart/2005/8/layout/orgChart1"/>
    <dgm:cxn modelId="{7043903F-7CF4-46A6-8AD3-DA26E2EC6896}" type="presOf" srcId="{E7487C12-DF59-4D52-9E41-3C209FCD6B7A}" destId="{767D0674-EE86-4136-A25E-5D818A6C46D3}" srcOrd="1" destOrd="0" presId="urn:microsoft.com/office/officeart/2005/8/layout/orgChart1"/>
    <dgm:cxn modelId="{35F41946-DB1D-4AD7-AE2C-CB5BAA84F821}" type="presOf" srcId="{E7487C12-DF59-4D52-9E41-3C209FCD6B7A}" destId="{20ADCC44-A140-41B1-BEF2-1C5EA25F7454}" srcOrd="0" destOrd="0" presId="urn:microsoft.com/office/officeart/2005/8/layout/orgChart1"/>
    <dgm:cxn modelId="{4DEBAB6A-2B3F-4C76-9499-8213DC7E5D93}" srcId="{8EDFCB49-5859-4923-8571-D72A406F13A2}" destId="{146238E6-D54E-4A2B-AD63-87C112D98188}" srcOrd="0" destOrd="0" parTransId="{EE00FC90-2497-42D8-84FA-7002C4032039}" sibTransId="{48531035-C6EA-46EF-A662-7AF2A1FD56EF}"/>
    <dgm:cxn modelId="{3E8C3C52-80E6-41A7-BA88-A4FC375AEE6C}" type="presOf" srcId="{F4D4A847-E1A9-487A-B27F-BE3A83D625D2}" destId="{9DAEFBE8-D138-441D-B418-7604E9B30ED6}" srcOrd="0" destOrd="0" presId="urn:microsoft.com/office/officeart/2005/8/layout/orgChart1"/>
    <dgm:cxn modelId="{3D632278-32B2-40D0-8520-E326D81A43D9}" type="presOf" srcId="{EE00FC90-2497-42D8-84FA-7002C4032039}" destId="{DC31478D-128C-4E0B-948D-EB362771C5F5}" srcOrd="0" destOrd="0" presId="urn:microsoft.com/office/officeart/2005/8/layout/orgChart1"/>
    <dgm:cxn modelId="{F53C7A79-441E-45EA-86ED-DEAFD15109C3}" srcId="{F4D4A847-E1A9-487A-B27F-BE3A83D625D2}" destId="{27C7A210-4EBD-4C35-9639-F1835A597F69}" srcOrd="0" destOrd="0" parTransId="{AD0D724C-E139-479B-A18C-55EB9F43628F}" sibTransId="{851D85E9-FDF3-4A9C-9755-96961CE50086}"/>
    <dgm:cxn modelId="{14CFC490-4B2C-4201-8A59-2B4306784798}" type="presOf" srcId="{8EDFCB49-5859-4923-8571-D72A406F13A2}" destId="{03C6CA14-5F55-4BC8-A526-F92C3E2EAAC2}" srcOrd="0" destOrd="0" presId="urn:microsoft.com/office/officeart/2005/8/layout/orgChart1"/>
    <dgm:cxn modelId="{60E3CC94-8396-467E-90D5-85080E88703C}" type="presOf" srcId="{27C7A210-4EBD-4C35-9639-F1835A597F69}" destId="{E5EA5774-84D0-487F-9EEB-337A63EC67CD}" srcOrd="1" destOrd="0" presId="urn:microsoft.com/office/officeart/2005/8/layout/orgChart1"/>
    <dgm:cxn modelId="{F163499B-980B-49AC-9DA5-08E7B4F31174}" type="presOf" srcId="{544DC709-65C9-4FC2-A76B-6AF9F1E8D9C9}" destId="{E82D9E3A-043F-4545-A01A-8D1B09A24DCB}" srcOrd="0" destOrd="0" presId="urn:microsoft.com/office/officeart/2005/8/layout/orgChart1"/>
    <dgm:cxn modelId="{4385D0AB-BC3C-4F90-965B-A145F13FAAEB}" type="presOf" srcId="{8EDFCB49-5859-4923-8571-D72A406F13A2}" destId="{2EC3F57A-C84B-4B9E-9277-37C08477D7D5}" srcOrd="1" destOrd="0" presId="urn:microsoft.com/office/officeart/2005/8/layout/orgChart1"/>
    <dgm:cxn modelId="{A1EC2CD9-6CCB-4BE4-B821-CC4341118224}" type="presOf" srcId="{B02CE7C8-DBCF-400B-A9EF-5FB84857926B}" destId="{B895838C-5DE6-4491-A778-142E7B8DAF6D}" srcOrd="0" destOrd="0" presId="urn:microsoft.com/office/officeart/2005/8/layout/orgChart1"/>
    <dgm:cxn modelId="{A9466CE0-C3F0-4F29-9572-90C6621755D7}" type="presOf" srcId="{6A3E973A-F7B3-4C69-8F16-EA4783B26099}" destId="{E699E16B-2BE8-4248-A6DB-8A2F5F672777}" srcOrd="0" destOrd="0" presId="urn:microsoft.com/office/officeart/2005/8/layout/orgChart1"/>
    <dgm:cxn modelId="{235FD9F1-B9A5-488C-84B9-4EE64B494E5B}" srcId="{E677F5C0-8883-470C-8718-381DF38D2816}" destId="{8EDFCB49-5859-4923-8571-D72A406F13A2}" srcOrd="0" destOrd="0" parTransId="{7F40CDA6-C8D4-4B36-8518-3C3776E4781A}" sibTransId="{1E0B3C60-D916-4ECB-AADA-6840B70086D1}"/>
    <dgm:cxn modelId="{6C2DE5F1-45D9-4687-9299-7CD306CFC61F}" type="presOf" srcId="{E6229532-651C-454D-89D3-0EDE08EE1545}" destId="{5C036A6C-E2DD-46B8-A7F0-83C6C988D733}" srcOrd="0" destOrd="0" presId="urn:microsoft.com/office/officeart/2005/8/layout/orgChart1"/>
    <dgm:cxn modelId="{4E7108F8-F810-46CC-B519-A22084ECF71B}" type="presOf" srcId="{B02CE7C8-DBCF-400B-A9EF-5FB84857926B}" destId="{879E5575-6D25-459D-BD2D-1392CC509B83}" srcOrd="1" destOrd="0" presId="urn:microsoft.com/office/officeart/2005/8/layout/orgChart1"/>
    <dgm:cxn modelId="{BCBD72FA-B563-43EF-93B3-B0B851A46608}" type="presOf" srcId="{F4D4A847-E1A9-487A-B27F-BE3A83D625D2}" destId="{51CBFCA9-A0E4-4A8A-8A73-16101E33D4DD}" srcOrd="1" destOrd="0" presId="urn:microsoft.com/office/officeart/2005/8/layout/orgChart1"/>
    <dgm:cxn modelId="{4B1ED55F-A2D7-474C-B5BE-0F2B5204E841}" type="presParOf" srcId="{B4A30DF5-0107-4D48-AF57-370C74F4A268}" destId="{D05DC2AD-30DE-4296-AE36-DDC63CB94240}" srcOrd="0" destOrd="0" presId="urn:microsoft.com/office/officeart/2005/8/layout/orgChart1"/>
    <dgm:cxn modelId="{3939F4C7-4915-4457-A7E7-9B818C422643}" type="presParOf" srcId="{D05DC2AD-30DE-4296-AE36-DDC63CB94240}" destId="{D8982C7E-3CD2-4AA7-BB35-5E009DC512D1}" srcOrd="0" destOrd="0" presId="urn:microsoft.com/office/officeart/2005/8/layout/orgChart1"/>
    <dgm:cxn modelId="{7A1901A7-366E-4E93-96A1-26589F1FC09E}" type="presParOf" srcId="{D8982C7E-3CD2-4AA7-BB35-5E009DC512D1}" destId="{03C6CA14-5F55-4BC8-A526-F92C3E2EAAC2}" srcOrd="0" destOrd="0" presId="urn:microsoft.com/office/officeart/2005/8/layout/orgChart1"/>
    <dgm:cxn modelId="{D67A6DE5-05DB-4089-A0B5-1CFE292C9592}" type="presParOf" srcId="{D8982C7E-3CD2-4AA7-BB35-5E009DC512D1}" destId="{2EC3F57A-C84B-4B9E-9277-37C08477D7D5}" srcOrd="1" destOrd="0" presId="urn:microsoft.com/office/officeart/2005/8/layout/orgChart1"/>
    <dgm:cxn modelId="{39C76C13-2CD4-4CBB-8CB0-AB5806CC6154}" type="presParOf" srcId="{D05DC2AD-30DE-4296-AE36-DDC63CB94240}" destId="{98C3ECE1-9BBC-4DF2-A034-35C8B3339298}" srcOrd="1" destOrd="0" presId="urn:microsoft.com/office/officeart/2005/8/layout/orgChart1"/>
    <dgm:cxn modelId="{6B9091B0-AAF8-492B-928D-ADF1C8E14BF4}" type="presParOf" srcId="{98C3ECE1-9BBC-4DF2-A034-35C8B3339298}" destId="{DC31478D-128C-4E0B-948D-EB362771C5F5}" srcOrd="0" destOrd="0" presId="urn:microsoft.com/office/officeart/2005/8/layout/orgChart1"/>
    <dgm:cxn modelId="{492CD2D1-5F7B-4542-A1FF-7A564BCB4E46}" type="presParOf" srcId="{98C3ECE1-9BBC-4DF2-A034-35C8B3339298}" destId="{4F1240AE-5137-4B87-B0D1-E24EF9E4C3F5}" srcOrd="1" destOrd="0" presId="urn:microsoft.com/office/officeart/2005/8/layout/orgChart1"/>
    <dgm:cxn modelId="{8BDEB319-FCCA-4662-8C55-BFE773737C3A}" type="presParOf" srcId="{4F1240AE-5137-4B87-B0D1-E24EF9E4C3F5}" destId="{322B391F-AB2D-4E92-ABAB-F07F21991A64}" srcOrd="0" destOrd="0" presId="urn:microsoft.com/office/officeart/2005/8/layout/orgChart1"/>
    <dgm:cxn modelId="{429C54C7-E8BE-4B5A-BC1C-08FA0552E829}" type="presParOf" srcId="{322B391F-AB2D-4E92-ABAB-F07F21991A64}" destId="{EECFF106-AADD-45E1-81FC-A25AB79FF556}" srcOrd="0" destOrd="0" presId="urn:microsoft.com/office/officeart/2005/8/layout/orgChart1"/>
    <dgm:cxn modelId="{C8E6585D-3289-4899-B9CC-1A0871620B0D}" type="presParOf" srcId="{322B391F-AB2D-4E92-ABAB-F07F21991A64}" destId="{F479A35B-8DF2-4C9E-97E2-4D193F147F8C}" srcOrd="1" destOrd="0" presId="urn:microsoft.com/office/officeart/2005/8/layout/orgChart1"/>
    <dgm:cxn modelId="{C7EE32A9-4A16-4D37-83CC-D811211561EF}" type="presParOf" srcId="{4F1240AE-5137-4B87-B0D1-E24EF9E4C3F5}" destId="{E42CCF71-DD5A-4BDA-8B5E-204411E6232C}" srcOrd="1" destOrd="0" presId="urn:microsoft.com/office/officeart/2005/8/layout/orgChart1"/>
    <dgm:cxn modelId="{4CE6CE97-EF10-45F0-9234-49E96B3F733C}" type="presParOf" srcId="{E42CCF71-DD5A-4BDA-8B5E-204411E6232C}" destId="{E82D9E3A-043F-4545-A01A-8D1B09A24DCB}" srcOrd="0" destOrd="0" presId="urn:microsoft.com/office/officeart/2005/8/layout/orgChart1"/>
    <dgm:cxn modelId="{ABF54AEE-D945-4280-A900-B8D2099367BE}" type="presParOf" srcId="{E42CCF71-DD5A-4BDA-8B5E-204411E6232C}" destId="{DE27CCCC-77A8-448A-BFF7-194E0EA52874}" srcOrd="1" destOrd="0" presId="urn:microsoft.com/office/officeart/2005/8/layout/orgChart1"/>
    <dgm:cxn modelId="{0D116AD7-897E-4A98-8A2D-D14C2B744833}" type="presParOf" srcId="{DE27CCCC-77A8-448A-BFF7-194E0EA52874}" destId="{99ACD1BC-147C-4747-9834-BA29306A0762}" srcOrd="0" destOrd="0" presId="urn:microsoft.com/office/officeart/2005/8/layout/orgChart1"/>
    <dgm:cxn modelId="{5ED8C05B-D15C-457C-A14B-2F1D02BE7B4E}" type="presParOf" srcId="{99ACD1BC-147C-4747-9834-BA29306A0762}" destId="{B895838C-5DE6-4491-A778-142E7B8DAF6D}" srcOrd="0" destOrd="0" presId="urn:microsoft.com/office/officeart/2005/8/layout/orgChart1"/>
    <dgm:cxn modelId="{9451CD13-6EDA-4E09-BBE3-63D881192EF9}" type="presParOf" srcId="{99ACD1BC-147C-4747-9834-BA29306A0762}" destId="{879E5575-6D25-459D-BD2D-1392CC509B83}" srcOrd="1" destOrd="0" presId="urn:microsoft.com/office/officeart/2005/8/layout/orgChart1"/>
    <dgm:cxn modelId="{6AADD5AA-4058-49A1-BE29-42F1911022AB}" type="presParOf" srcId="{DE27CCCC-77A8-448A-BFF7-194E0EA52874}" destId="{A8ACB8AC-2D2E-469E-8367-E732D2C612EC}" srcOrd="1" destOrd="0" presId="urn:microsoft.com/office/officeart/2005/8/layout/orgChart1"/>
    <dgm:cxn modelId="{FBA20991-090D-4021-8BEC-34A7F9C32F62}" type="presParOf" srcId="{DE27CCCC-77A8-448A-BFF7-194E0EA52874}" destId="{3464595F-4507-4F60-BA5C-802A5CF819A1}" srcOrd="2" destOrd="0" presId="urn:microsoft.com/office/officeart/2005/8/layout/orgChart1"/>
    <dgm:cxn modelId="{1561053E-E4B5-4233-B6BE-761BDEBFAA5C}" type="presParOf" srcId="{4F1240AE-5137-4B87-B0D1-E24EF9E4C3F5}" destId="{CFDC42E7-7E43-49B9-8AA4-DB9C899C1F42}" srcOrd="2" destOrd="0" presId="urn:microsoft.com/office/officeart/2005/8/layout/orgChart1"/>
    <dgm:cxn modelId="{DEDB9634-B5D4-4AB5-9808-84D887B1B0AE}" type="presParOf" srcId="{98C3ECE1-9BBC-4DF2-A034-35C8B3339298}" destId="{5C036A6C-E2DD-46B8-A7F0-83C6C988D733}" srcOrd="2" destOrd="0" presId="urn:microsoft.com/office/officeart/2005/8/layout/orgChart1"/>
    <dgm:cxn modelId="{170937E8-3699-44A8-ABE6-91260304697F}" type="presParOf" srcId="{98C3ECE1-9BBC-4DF2-A034-35C8B3339298}" destId="{9AFCFBF3-910D-4D23-B4FF-A9C2B1BB90B1}" srcOrd="3" destOrd="0" presId="urn:microsoft.com/office/officeart/2005/8/layout/orgChart1"/>
    <dgm:cxn modelId="{52867BEF-0A7B-4599-BA13-53E87E71DE96}" type="presParOf" srcId="{9AFCFBF3-910D-4D23-B4FF-A9C2B1BB90B1}" destId="{D62910F3-9717-4D16-9617-78A5C86B136C}" srcOrd="0" destOrd="0" presId="urn:microsoft.com/office/officeart/2005/8/layout/orgChart1"/>
    <dgm:cxn modelId="{D7B6AAA6-5854-4C2C-B90E-960321B78925}" type="presParOf" srcId="{D62910F3-9717-4D16-9617-78A5C86B136C}" destId="{9DAEFBE8-D138-441D-B418-7604E9B30ED6}" srcOrd="0" destOrd="0" presId="urn:microsoft.com/office/officeart/2005/8/layout/orgChart1"/>
    <dgm:cxn modelId="{ADB8E672-C5EB-47BA-A9CA-0F5B1B61E801}" type="presParOf" srcId="{D62910F3-9717-4D16-9617-78A5C86B136C}" destId="{51CBFCA9-A0E4-4A8A-8A73-16101E33D4DD}" srcOrd="1" destOrd="0" presId="urn:microsoft.com/office/officeart/2005/8/layout/orgChart1"/>
    <dgm:cxn modelId="{90008CA0-A0D1-488A-A378-310132923223}" type="presParOf" srcId="{9AFCFBF3-910D-4D23-B4FF-A9C2B1BB90B1}" destId="{D28A91B6-88ED-4395-AEBC-2F50C7C19B2F}" srcOrd="1" destOrd="0" presId="urn:microsoft.com/office/officeart/2005/8/layout/orgChart1"/>
    <dgm:cxn modelId="{441C3812-DD24-4FB8-81B4-EADAD21DE1E7}" type="presParOf" srcId="{D28A91B6-88ED-4395-AEBC-2F50C7C19B2F}" destId="{852D12B3-FFC6-437B-B34F-39AD8EE0A8ED}" srcOrd="0" destOrd="0" presId="urn:microsoft.com/office/officeart/2005/8/layout/orgChart1"/>
    <dgm:cxn modelId="{EB2DAC48-A460-40B3-B3FC-5C58F391EAD2}" type="presParOf" srcId="{D28A91B6-88ED-4395-AEBC-2F50C7C19B2F}" destId="{1B5B26B7-C900-44A9-9DFE-0A94200D3737}" srcOrd="1" destOrd="0" presId="urn:microsoft.com/office/officeart/2005/8/layout/orgChart1"/>
    <dgm:cxn modelId="{1261F711-7649-49CC-808B-435CB5B37D3D}" type="presParOf" srcId="{1B5B26B7-C900-44A9-9DFE-0A94200D3737}" destId="{9AD79325-5520-462E-B9AD-B5F6D8A265F9}" srcOrd="0" destOrd="0" presId="urn:microsoft.com/office/officeart/2005/8/layout/orgChart1"/>
    <dgm:cxn modelId="{F9AF2878-1D9E-4611-B584-41DC6FBA9EC7}" type="presParOf" srcId="{9AD79325-5520-462E-B9AD-B5F6D8A265F9}" destId="{70789F9D-E7AF-4CFE-94F5-0433427A7EE3}" srcOrd="0" destOrd="0" presId="urn:microsoft.com/office/officeart/2005/8/layout/orgChart1"/>
    <dgm:cxn modelId="{C14B561D-156F-458D-BBAC-7C0F3F6C2CD6}" type="presParOf" srcId="{9AD79325-5520-462E-B9AD-B5F6D8A265F9}" destId="{E5EA5774-84D0-487F-9EEB-337A63EC67CD}" srcOrd="1" destOrd="0" presId="urn:microsoft.com/office/officeart/2005/8/layout/orgChart1"/>
    <dgm:cxn modelId="{0C2C7FFB-3EFC-475C-B7F4-16D8EA2AB889}" type="presParOf" srcId="{1B5B26B7-C900-44A9-9DFE-0A94200D3737}" destId="{C2F1B943-8BCB-4B12-A2B4-CBFF2FDCCD22}" srcOrd="1" destOrd="0" presId="urn:microsoft.com/office/officeart/2005/8/layout/orgChart1"/>
    <dgm:cxn modelId="{71981290-1B5E-4763-8B77-F3C01D351433}" type="presParOf" srcId="{1B5B26B7-C900-44A9-9DFE-0A94200D3737}" destId="{E6815517-25BF-4AD2-B625-B98B3C720F94}" srcOrd="2" destOrd="0" presId="urn:microsoft.com/office/officeart/2005/8/layout/orgChart1"/>
    <dgm:cxn modelId="{C152DE3C-DD94-4D37-B109-90D72467BB7A}" type="presParOf" srcId="{D28A91B6-88ED-4395-AEBC-2F50C7C19B2F}" destId="{E699E16B-2BE8-4248-A6DB-8A2F5F672777}" srcOrd="2" destOrd="0" presId="urn:microsoft.com/office/officeart/2005/8/layout/orgChart1"/>
    <dgm:cxn modelId="{ADA32730-35B2-422B-A1E2-DB2AE10A4CC7}" type="presParOf" srcId="{D28A91B6-88ED-4395-AEBC-2F50C7C19B2F}" destId="{ED68569E-44AA-4363-ACDD-AF2619D0BA57}" srcOrd="3" destOrd="0" presId="urn:microsoft.com/office/officeart/2005/8/layout/orgChart1"/>
    <dgm:cxn modelId="{6FE1C9F6-565F-44BA-A162-D5A35D647CDB}" type="presParOf" srcId="{ED68569E-44AA-4363-ACDD-AF2619D0BA57}" destId="{27C68965-EE56-4DBE-874A-9E29019E4537}" srcOrd="0" destOrd="0" presId="urn:microsoft.com/office/officeart/2005/8/layout/orgChart1"/>
    <dgm:cxn modelId="{939B2C55-643F-47EA-BDDD-3E4B930EEF4D}" type="presParOf" srcId="{27C68965-EE56-4DBE-874A-9E29019E4537}" destId="{20ADCC44-A140-41B1-BEF2-1C5EA25F7454}" srcOrd="0" destOrd="0" presId="urn:microsoft.com/office/officeart/2005/8/layout/orgChart1"/>
    <dgm:cxn modelId="{C991C04A-242B-46D5-8D91-1A8BF8DA3D92}" type="presParOf" srcId="{27C68965-EE56-4DBE-874A-9E29019E4537}" destId="{767D0674-EE86-4136-A25E-5D818A6C46D3}" srcOrd="1" destOrd="0" presId="urn:microsoft.com/office/officeart/2005/8/layout/orgChart1"/>
    <dgm:cxn modelId="{05FEE56B-66C3-4F7D-9426-D315B002E4A9}" type="presParOf" srcId="{ED68569E-44AA-4363-ACDD-AF2619D0BA57}" destId="{9239C8FF-3F10-45C4-A65D-E7D491C72DF1}" srcOrd="1" destOrd="0" presId="urn:microsoft.com/office/officeart/2005/8/layout/orgChart1"/>
    <dgm:cxn modelId="{4B021674-3A2D-4182-B5D0-517904295EFE}" type="presParOf" srcId="{ED68569E-44AA-4363-ACDD-AF2619D0BA57}" destId="{F88ECE29-DEC4-43DE-9C00-39407ACFC100}" srcOrd="2" destOrd="0" presId="urn:microsoft.com/office/officeart/2005/8/layout/orgChart1"/>
    <dgm:cxn modelId="{6E9F416B-24B0-41E0-BD7F-CA3AC8127B40}" type="presParOf" srcId="{9AFCFBF3-910D-4D23-B4FF-A9C2B1BB90B1}" destId="{D0EBC6A4-7E12-4F45-A309-85939E762A32}" srcOrd="2" destOrd="0" presId="urn:microsoft.com/office/officeart/2005/8/layout/orgChart1"/>
    <dgm:cxn modelId="{C74035D7-FA03-42DB-8489-40C22D8003D7}" type="presParOf" srcId="{D05DC2AD-30DE-4296-AE36-DDC63CB94240}" destId="{84976F54-3CA1-4B69-B1F7-2E28DA858FD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E8C8B61-1B76-4AF6-BF07-1789C914C35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73A10FD0-040E-48B5-B996-C99CE95412E4}">
      <dgm:prSet phldr="0"/>
      <dgm:spPr/>
      <dgm:t>
        <a:bodyPr/>
        <a:lstStyle/>
        <a:p>
          <a:pPr rtl="0"/>
          <a:r>
            <a:rPr lang="en-GB" b="1"/>
            <a:t>Mean Squared Error (MSE</a:t>
          </a:r>
          <a:r>
            <a:rPr lang="en-GB" b="1">
              <a:latin typeface="Neue Haas Grotesk Text Pro"/>
            </a:rPr>
            <a:t>) </a:t>
          </a:r>
          <a:r>
            <a:rPr lang="en-GB" b="0">
              <a:latin typeface="Neue Haas Grotesk Text Pro"/>
            </a:rPr>
            <a:t>     MSE=</a:t>
          </a:r>
          <a:r>
            <a:rPr lang="en-GB" b="0"/>
            <a:t> </a:t>
          </a:r>
          <a:r>
            <a:rPr lang="en-GB" b="0" err="1"/>
            <a:t>mean_squared_error</a:t>
          </a:r>
          <a:r>
            <a:rPr lang="en-GB" b="0">
              <a:latin typeface="Neue Haas Grotesk Text Pro"/>
            </a:rPr>
            <a:t> </a:t>
          </a:r>
          <a:r>
            <a:rPr lang="en-GB" b="0"/>
            <a:t>(</a:t>
          </a:r>
          <a:r>
            <a:rPr lang="en-GB" b="0" err="1"/>
            <a:t>y_test</a:t>
          </a:r>
          <a:r>
            <a:rPr lang="en-GB" b="0"/>
            <a:t>, </a:t>
          </a:r>
          <a:r>
            <a:rPr lang="en-GB" b="0" err="1"/>
            <a:t>y_pred</a:t>
          </a:r>
          <a:r>
            <a:rPr lang="en-GB" b="0"/>
            <a:t>)</a:t>
          </a:r>
          <a:r>
            <a:rPr lang="en-GB" b="0">
              <a:latin typeface="Neue Haas Grotesk Text Pro"/>
            </a:rPr>
            <a:t> </a:t>
          </a:r>
        </a:p>
      </dgm:t>
    </dgm:pt>
    <dgm:pt modelId="{A948FBD0-59EC-46CB-96C8-28A6977C69B7}" type="parTrans" cxnId="{27CCF5AC-690F-4570-AABF-4BE1D0422C89}">
      <dgm:prSet/>
      <dgm:spPr/>
    </dgm:pt>
    <dgm:pt modelId="{CAD17465-FE91-4084-969A-124F7145B3DD}" type="sibTrans" cxnId="{27CCF5AC-690F-4570-AABF-4BE1D0422C89}">
      <dgm:prSet/>
      <dgm:spPr/>
    </dgm:pt>
    <dgm:pt modelId="{140993AD-3EEF-4499-B837-897BF299E6AE}">
      <dgm:prSet phldr="0"/>
      <dgm:spPr/>
      <dgm:t>
        <a:bodyPr/>
        <a:lstStyle/>
        <a:p>
          <a:pPr rtl="0"/>
          <a:r>
            <a:rPr lang="en-GB" b="1"/>
            <a:t>R-squared Score (R²)</a:t>
          </a:r>
          <a:br>
            <a:rPr lang="en-GB" b="0"/>
          </a:br>
          <a:r>
            <a:rPr lang="en-GB" b="0"/>
            <a:t>r2 = r2_score</a:t>
          </a:r>
          <a:r>
            <a:rPr lang="en-GB" b="0">
              <a:latin typeface="Neue Haas Grotesk Text Pro"/>
            </a:rPr>
            <a:t> </a:t>
          </a:r>
          <a:r>
            <a:rPr lang="en-GB" b="0"/>
            <a:t>(</a:t>
          </a:r>
          <a:r>
            <a:rPr lang="en-GB" b="0" err="1"/>
            <a:t>y_test</a:t>
          </a:r>
          <a:r>
            <a:rPr lang="en-GB" b="0"/>
            <a:t>, </a:t>
          </a:r>
          <a:r>
            <a:rPr lang="en-GB" b="0" err="1"/>
            <a:t>y_pred</a:t>
          </a:r>
          <a:r>
            <a:rPr lang="en-GB" b="0"/>
            <a:t>)</a:t>
          </a:r>
          <a:endParaRPr lang="en-GB" b="0">
            <a:latin typeface="Neue Haas Grotesk Text Pro"/>
          </a:endParaRPr>
        </a:p>
      </dgm:t>
    </dgm:pt>
    <dgm:pt modelId="{EEF0CA49-DD69-439C-9E41-066922580D53}" type="parTrans" cxnId="{4EB3CFD8-7939-4D15-9427-A5D54FCBAD2B}">
      <dgm:prSet/>
      <dgm:spPr/>
    </dgm:pt>
    <dgm:pt modelId="{7FCD381D-3953-479B-B346-2FBAE3594983}" type="sibTrans" cxnId="{4EB3CFD8-7939-4D15-9427-A5D54FCBAD2B}">
      <dgm:prSet/>
      <dgm:spPr/>
    </dgm:pt>
    <dgm:pt modelId="{079EC3C0-4AF0-45EE-8F86-131FADB7403E}">
      <dgm:prSet phldr="0"/>
      <dgm:spPr/>
      <dgm:t>
        <a:bodyPr/>
        <a:lstStyle/>
        <a:p>
          <a:pPr rtl="0"/>
          <a:r>
            <a:rPr lang="en-GB" b="1"/>
            <a:t>Mean Absolute Error (MAE)</a:t>
          </a:r>
          <a:br>
            <a:rPr lang="en-GB" b="0"/>
          </a:br>
          <a:r>
            <a:rPr lang="en-GB" b="0">
              <a:latin typeface="Neue Haas Grotesk Text Pro"/>
            </a:rPr>
            <a:t>MAE</a:t>
          </a:r>
          <a:r>
            <a:rPr lang="en-GB" b="0"/>
            <a:t> = </a:t>
          </a:r>
          <a:r>
            <a:rPr lang="en-GB" b="0" err="1"/>
            <a:t>mean_absolute_error</a:t>
          </a:r>
          <a:r>
            <a:rPr lang="en-GB" b="0">
              <a:latin typeface="Neue Haas Grotesk Text Pro"/>
            </a:rPr>
            <a:t> </a:t>
          </a:r>
          <a:r>
            <a:rPr lang="en-GB" b="0"/>
            <a:t>(</a:t>
          </a:r>
          <a:r>
            <a:rPr lang="en-GB" b="0" err="1"/>
            <a:t>y_test</a:t>
          </a:r>
          <a:r>
            <a:rPr lang="en-GB" b="0"/>
            <a:t>, </a:t>
          </a:r>
          <a:r>
            <a:rPr lang="en-GB" b="0" err="1"/>
            <a:t>y_pred</a:t>
          </a:r>
          <a:r>
            <a:rPr lang="en-GB" b="0"/>
            <a:t>)</a:t>
          </a:r>
          <a:endParaRPr lang="en-GB" b="0">
            <a:latin typeface="Neue Haas Grotesk Text Pro"/>
          </a:endParaRPr>
        </a:p>
      </dgm:t>
    </dgm:pt>
    <dgm:pt modelId="{DA5AB2A3-7787-40B1-9AD5-1D245D902D07}" type="parTrans" cxnId="{D7D1DA76-70A0-4F6C-9DD2-6B624A5035E1}">
      <dgm:prSet/>
      <dgm:spPr/>
    </dgm:pt>
    <dgm:pt modelId="{0065E9CD-44A6-43B6-8F0E-C7C339CC3F15}" type="sibTrans" cxnId="{D7D1DA76-70A0-4F6C-9DD2-6B624A5035E1}">
      <dgm:prSet/>
      <dgm:spPr/>
    </dgm:pt>
    <dgm:pt modelId="{1F3ED58B-5823-4033-A289-6EB0211EDC0D}">
      <dgm:prSet phldr="0"/>
      <dgm:spPr/>
      <dgm:t>
        <a:bodyPr/>
        <a:lstStyle/>
        <a:p>
          <a:pPr rtl="0"/>
          <a:r>
            <a:rPr lang="en-GB" b="1"/>
            <a:t>Median Absolute Error (MedAE)</a:t>
          </a:r>
          <a:br>
            <a:rPr lang="en-GB" b="0"/>
          </a:br>
          <a:r>
            <a:rPr lang="en-GB" b="0">
              <a:latin typeface="Neue Haas Grotesk Text Pro"/>
            </a:rPr>
            <a:t>MedAE</a:t>
          </a:r>
          <a:r>
            <a:rPr lang="en-GB" b="0"/>
            <a:t> = </a:t>
          </a:r>
          <a:r>
            <a:rPr lang="en-GB" b="0" err="1"/>
            <a:t>median_absolute_error</a:t>
          </a:r>
          <a:r>
            <a:rPr lang="en-GB" b="0"/>
            <a:t>(</a:t>
          </a:r>
          <a:r>
            <a:rPr lang="en-GB" b="0" err="1"/>
            <a:t>y_test</a:t>
          </a:r>
          <a:r>
            <a:rPr lang="en-GB" b="0"/>
            <a:t>, </a:t>
          </a:r>
          <a:r>
            <a:rPr lang="en-GB" b="0" err="1"/>
            <a:t>y_pred</a:t>
          </a:r>
          <a:r>
            <a:rPr lang="en-GB" b="0"/>
            <a:t>)</a:t>
          </a:r>
          <a:endParaRPr lang="en-GB" b="0">
            <a:latin typeface="Neue Haas Grotesk Text Pro"/>
          </a:endParaRPr>
        </a:p>
      </dgm:t>
    </dgm:pt>
    <dgm:pt modelId="{541D50C4-1BD8-4143-9ADB-EB2C7BFBADD5}" type="parTrans" cxnId="{9633BD96-BB88-434D-A833-AD1ACFC63A77}">
      <dgm:prSet/>
      <dgm:spPr/>
    </dgm:pt>
    <dgm:pt modelId="{995B579A-B367-4174-BF12-EDE676BC9E94}" type="sibTrans" cxnId="{9633BD96-BB88-434D-A833-AD1ACFC63A77}">
      <dgm:prSet/>
      <dgm:spPr/>
    </dgm:pt>
    <dgm:pt modelId="{C4631BDF-EC97-4CB7-844F-4DD34EF0B6C8}">
      <dgm:prSet phldr="0"/>
      <dgm:spPr/>
      <dgm:t>
        <a:bodyPr/>
        <a:lstStyle/>
        <a:p>
          <a:pPr rtl="0"/>
          <a:r>
            <a:rPr lang="en-GB" b="1"/>
            <a:t>Cross-Validation Score</a:t>
          </a:r>
          <a:br>
            <a:rPr lang="en-GB" b="0"/>
          </a:br>
          <a:r>
            <a:rPr lang="en-GB" b="0" err="1"/>
            <a:t>cross_val_test</a:t>
          </a:r>
          <a:r>
            <a:rPr lang="en-GB" b="0"/>
            <a:t> = </a:t>
          </a:r>
          <a:r>
            <a:rPr lang="en-GB" b="0" err="1"/>
            <a:t>cross_val_score</a:t>
          </a:r>
          <a:r>
            <a:rPr lang="en-GB" b="0"/>
            <a:t>(ensemble, </a:t>
          </a:r>
          <a:r>
            <a:rPr lang="en-GB" b="0" err="1"/>
            <a:t>X_test</a:t>
          </a:r>
          <a:r>
            <a:rPr lang="en-GB" b="0"/>
            <a:t>, </a:t>
          </a:r>
          <a:r>
            <a:rPr lang="en-GB" b="0" err="1"/>
            <a:t>y_test</a:t>
          </a:r>
          <a:r>
            <a:rPr lang="en-GB" b="0"/>
            <a:t>, cv=5)</a:t>
          </a:r>
          <a:endParaRPr lang="en-GB" b="0">
            <a:latin typeface="Neue Haas Grotesk Text Pro"/>
          </a:endParaRPr>
        </a:p>
      </dgm:t>
    </dgm:pt>
    <dgm:pt modelId="{6129FDE9-10C9-47CF-9CE8-592720D7F3E2}" type="parTrans" cxnId="{3813DBBF-ADC1-4FFD-BE21-7A9D22995E74}">
      <dgm:prSet/>
      <dgm:spPr/>
    </dgm:pt>
    <dgm:pt modelId="{D7953939-711D-4E80-9870-99F2B0A0AF5E}" type="sibTrans" cxnId="{3813DBBF-ADC1-4FFD-BE21-7A9D22995E74}">
      <dgm:prSet/>
      <dgm:spPr/>
    </dgm:pt>
    <dgm:pt modelId="{42F88136-85CA-4C2E-A16E-0C92363C432F}" type="pres">
      <dgm:prSet presAssocID="{4E8C8B61-1B76-4AF6-BF07-1789C914C352}" presName="diagram" presStyleCnt="0">
        <dgm:presLayoutVars>
          <dgm:dir/>
          <dgm:resizeHandles val="exact"/>
        </dgm:presLayoutVars>
      </dgm:prSet>
      <dgm:spPr/>
    </dgm:pt>
    <dgm:pt modelId="{0C2B5A02-BB4A-4E2A-BC47-DFD84397FB29}" type="pres">
      <dgm:prSet presAssocID="{73A10FD0-040E-48B5-B996-C99CE95412E4}" presName="node" presStyleLbl="node1" presStyleIdx="0" presStyleCnt="5">
        <dgm:presLayoutVars>
          <dgm:bulletEnabled val="1"/>
        </dgm:presLayoutVars>
      </dgm:prSet>
      <dgm:spPr>
        <a:solidFill>
          <a:srgbClr val="A81111"/>
        </a:solidFill>
      </dgm:spPr>
    </dgm:pt>
    <dgm:pt modelId="{5241245E-E927-470E-8464-654E3AD519A5}" type="pres">
      <dgm:prSet presAssocID="{CAD17465-FE91-4084-969A-124F7145B3DD}" presName="sibTrans" presStyleCnt="0"/>
      <dgm:spPr/>
    </dgm:pt>
    <dgm:pt modelId="{98358366-B9E2-479D-A87C-C6E40E4F89D2}" type="pres">
      <dgm:prSet presAssocID="{140993AD-3EEF-4499-B837-897BF299E6AE}" presName="node" presStyleLbl="node1" presStyleIdx="1" presStyleCnt="5">
        <dgm:presLayoutVars>
          <dgm:bulletEnabled val="1"/>
        </dgm:presLayoutVars>
      </dgm:prSet>
      <dgm:spPr>
        <a:solidFill>
          <a:srgbClr val="A81111"/>
        </a:solidFill>
      </dgm:spPr>
    </dgm:pt>
    <dgm:pt modelId="{676325CD-AF31-478B-A48B-B06CD369D5EF}" type="pres">
      <dgm:prSet presAssocID="{7FCD381D-3953-479B-B346-2FBAE3594983}" presName="sibTrans" presStyleCnt="0"/>
      <dgm:spPr/>
    </dgm:pt>
    <dgm:pt modelId="{62B271C7-A341-4976-8437-47200A663ACD}" type="pres">
      <dgm:prSet presAssocID="{079EC3C0-4AF0-45EE-8F86-131FADB7403E}" presName="node" presStyleLbl="node1" presStyleIdx="2" presStyleCnt="5">
        <dgm:presLayoutVars>
          <dgm:bulletEnabled val="1"/>
        </dgm:presLayoutVars>
      </dgm:prSet>
      <dgm:spPr>
        <a:solidFill>
          <a:srgbClr val="A81111"/>
        </a:solidFill>
      </dgm:spPr>
    </dgm:pt>
    <dgm:pt modelId="{127C129B-FD30-4834-863E-6A792B0E96B2}" type="pres">
      <dgm:prSet presAssocID="{0065E9CD-44A6-43B6-8F0E-C7C339CC3F15}" presName="sibTrans" presStyleCnt="0"/>
      <dgm:spPr/>
    </dgm:pt>
    <dgm:pt modelId="{51D02304-BBEB-4A32-B444-6978C0DA8EF5}" type="pres">
      <dgm:prSet presAssocID="{1F3ED58B-5823-4033-A289-6EB0211EDC0D}" presName="node" presStyleLbl="node1" presStyleIdx="3" presStyleCnt="5">
        <dgm:presLayoutVars>
          <dgm:bulletEnabled val="1"/>
        </dgm:presLayoutVars>
      </dgm:prSet>
      <dgm:spPr>
        <a:solidFill>
          <a:srgbClr val="A81111"/>
        </a:solidFill>
      </dgm:spPr>
    </dgm:pt>
    <dgm:pt modelId="{DCFAF2C5-C6B1-4B32-AE5B-A9F019932A09}" type="pres">
      <dgm:prSet presAssocID="{995B579A-B367-4174-BF12-EDE676BC9E94}" presName="sibTrans" presStyleCnt="0"/>
      <dgm:spPr/>
    </dgm:pt>
    <dgm:pt modelId="{528E4145-0962-4B3F-A51B-CF6B93B8B4D0}" type="pres">
      <dgm:prSet presAssocID="{C4631BDF-EC97-4CB7-844F-4DD34EF0B6C8}" presName="node" presStyleLbl="node1" presStyleIdx="4" presStyleCnt="5">
        <dgm:presLayoutVars>
          <dgm:bulletEnabled val="1"/>
        </dgm:presLayoutVars>
      </dgm:prSet>
      <dgm:spPr>
        <a:solidFill>
          <a:srgbClr val="A81111"/>
        </a:solidFill>
      </dgm:spPr>
    </dgm:pt>
  </dgm:ptLst>
  <dgm:cxnLst>
    <dgm:cxn modelId="{79C3800B-3E48-452C-ACAF-1A3567F6CEC2}" type="presOf" srcId="{73A10FD0-040E-48B5-B996-C99CE95412E4}" destId="{0C2B5A02-BB4A-4E2A-BC47-DFD84397FB29}" srcOrd="0" destOrd="0" presId="urn:microsoft.com/office/officeart/2005/8/layout/default"/>
    <dgm:cxn modelId="{16A12D31-F7E9-42ED-82BA-A1F4023831D4}" type="presOf" srcId="{C4631BDF-EC97-4CB7-844F-4DD34EF0B6C8}" destId="{528E4145-0962-4B3F-A51B-CF6B93B8B4D0}" srcOrd="0" destOrd="0" presId="urn:microsoft.com/office/officeart/2005/8/layout/default"/>
    <dgm:cxn modelId="{D7D1DA76-70A0-4F6C-9DD2-6B624A5035E1}" srcId="{4E8C8B61-1B76-4AF6-BF07-1789C914C352}" destId="{079EC3C0-4AF0-45EE-8F86-131FADB7403E}" srcOrd="2" destOrd="0" parTransId="{DA5AB2A3-7787-40B1-9AD5-1D245D902D07}" sibTransId="{0065E9CD-44A6-43B6-8F0E-C7C339CC3F15}"/>
    <dgm:cxn modelId="{67F76677-7B43-4F99-AC97-055B890CB907}" type="presOf" srcId="{4E8C8B61-1B76-4AF6-BF07-1789C914C352}" destId="{42F88136-85CA-4C2E-A16E-0C92363C432F}" srcOrd="0" destOrd="0" presId="urn:microsoft.com/office/officeart/2005/8/layout/default"/>
    <dgm:cxn modelId="{9633BD96-BB88-434D-A833-AD1ACFC63A77}" srcId="{4E8C8B61-1B76-4AF6-BF07-1789C914C352}" destId="{1F3ED58B-5823-4033-A289-6EB0211EDC0D}" srcOrd="3" destOrd="0" parTransId="{541D50C4-1BD8-4143-9ADB-EB2C7BFBADD5}" sibTransId="{995B579A-B367-4174-BF12-EDE676BC9E94}"/>
    <dgm:cxn modelId="{27CCF5AC-690F-4570-AABF-4BE1D0422C89}" srcId="{4E8C8B61-1B76-4AF6-BF07-1789C914C352}" destId="{73A10FD0-040E-48B5-B996-C99CE95412E4}" srcOrd="0" destOrd="0" parTransId="{A948FBD0-59EC-46CB-96C8-28A6977C69B7}" sibTransId="{CAD17465-FE91-4084-969A-124F7145B3DD}"/>
    <dgm:cxn modelId="{3813DBBF-ADC1-4FFD-BE21-7A9D22995E74}" srcId="{4E8C8B61-1B76-4AF6-BF07-1789C914C352}" destId="{C4631BDF-EC97-4CB7-844F-4DD34EF0B6C8}" srcOrd="4" destOrd="0" parTransId="{6129FDE9-10C9-47CF-9CE8-592720D7F3E2}" sibTransId="{D7953939-711D-4E80-9870-99F2B0A0AF5E}"/>
    <dgm:cxn modelId="{BB545DC9-7FBA-457C-B7FC-3C156EFA2A7A}" type="presOf" srcId="{079EC3C0-4AF0-45EE-8F86-131FADB7403E}" destId="{62B271C7-A341-4976-8437-47200A663ACD}" srcOrd="0" destOrd="0" presId="urn:microsoft.com/office/officeart/2005/8/layout/default"/>
    <dgm:cxn modelId="{4EB3CFD8-7939-4D15-9427-A5D54FCBAD2B}" srcId="{4E8C8B61-1B76-4AF6-BF07-1789C914C352}" destId="{140993AD-3EEF-4499-B837-897BF299E6AE}" srcOrd="1" destOrd="0" parTransId="{EEF0CA49-DD69-439C-9E41-066922580D53}" sibTransId="{7FCD381D-3953-479B-B346-2FBAE3594983}"/>
    <dgm:cxn modelId="{7D4267F7-633C-481C-954B-989C65E8C21F}" type="presOf" srcId="{1F3ED58B-5823-4033-A289-6EB0211EDC0D}" destId="{51D02304-BBEB-4A32-B444-6978C0DA8EF5}" srcOrd="0" destOrd="0" presId="urn:microsoft.com/office/officeart/2005/8/layout/default"/>
    <dgm:cxn modelId="{C993B0FC-3B44-41A2-9BF8-18BD3A77A4FF}" type="presOf" srcId="{140993AD-3EEF-4499-B837-897BF299E6AE}" destId="{98358366-B9E2-479D-A87C-C6E40E4F89D2}" srcOrd="0" destOrd="0" presId="urn:microsoft.com/office/officeart/2005/8/layout/default"/>
    <dgm:cxn modelId="{2FCB1EEF-5F34-4B93-95E8-C84BAC1AA329}" type="presParOf" srcId="{42F88136-85CA-4C2E-A16E-0C92363C432F}" destId="{0C2B5A02-BB4A-4E2A-BC47-DFD84397FB29}" srcOrd="0" destOrd="0" presId="urn:microsoft.com/office/officeart/2005/8/layout/default"/>
    <dgm:cxn modelId="{901FEB48-DCAD-4DFB-B4F3-2CD7C16A9DD6}" type="presParOf" srcId="{42F88136-85CA-4C2E-A16E-0C92363C432F}" destId="{5241245E-E927-470E-8464-654E3AD519A5}" srcOrd="1" destOrd="0" presId="urn:microsoft.com/office/officeart/2005/8/layout/default"/>
    <dgm:cxn modelId="{70836C57-F761-4FCE-917E-53979E04BA11}" type="presParOf" srcId="{42F88136-85CA-4C2E-A16E-0C92363C432F}" destId="{98358366-B9E2-479D-A87C-C6E40E4F89D2}" srcOrd="2" destOrd="0" presId="urn:microsoft.com/office/officeart/2005/8/layout/default"/>
    <dgm:cxn modelId="{D1304C15-8D50-4FD3-B11C-740256AEB472}" type="presParOf" srcId="{42F88136-85CA-4C2E-A16E-0C92363C432F}" destId="{676325CD-AF31-478B-A48B-B06CD369D5EF}" srcOrd="3" destOrd="0" presId="urn:microsoft.com/office/officeart/2005/8/layout/default"/>
    <dgm:cxn modelId="{C4C15147-0129-4208-8706-33EA26F878CF}" type="presParOf" srcId="{42F88136-85CA-4C2E-A16E-0C92363C432F}" destId="{62B271C7-A341-4976-8437-47200A663ACD}" srcOrd="4" destOrd="0" presId="urn:microsoft.com/office/officeart/2005/8/layout/default"/>
    <dgm:cxn modelId="{4D1415ED-D609-4A7C-B12E-DAA409751961}" type="presParOf" srcId="{42F88136-85CA-4C2E-A16E-0C92363C432F}" destId="{127C129B-FD30-4834-863E-6A792B0E96B2}" srcOrd="5" destOrd="0" presId="urn:microsoft.com/office/officeart/2005/8/layout/default"/>
    <dgm:cxn modelId="{870DBBE9-FF5C-496C-A141-D3FDFDC29BC3}" type="presParOf" srcId="{42F88136-85CA-4C2E-A16E-0C92363C432F}" destId="{51D02304-BBEB-4A32-B444-6978C0DA8EF5}" srcOrd="6" destOrd="0" presId="urn:microsoft.com/office/officeart/2005/8/layout/default"/>
    <dgm:cxn modelId="{F9859297-52E3-4507-ABB8-669A485B71D4}" type="presParOf" srcId="{42F88136-85CA-4C2E-A16E-0C92363C432F}" destId="{DCFAF2C5-C6B1-4B32-AE5B-A9F019932A09}" srcOrd="7" destOrd="0" presId="urn:microsoft.com/office/officeart/2005/8/layout/default"/>
    <dgm:cxn modelId="{3018EE1E-1356-433F-A364-1BD04980D4D2}" type="presParOf" srcId="{42F88136-85CA-4C2E-A16E-0C92363C432F}" destId="{528E4145-0962-4B3F-A51B-CF6B93B8B4D0}"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1748C05-55D9-48D0-A86F-9E8B405EA431}" type="doc">
      <dgm:prSet loTypeId="urn:microsoft.com/office/officeart/2005/8/layout/process4" loCatId="process" qsTypeId="urn:microsoft.com/office/officeart/2005/8/quickstyle/simple1" qsCatId="simple" csTypeId="urn:microsoft.com/office/officeart/2005/8/colors/accent0_1" csCatId="mainScheme" phldr="1"/>
      <dgm:spPr/>
      <dgm:t>
        <a:bodyPr/>
        <a:lstStyle/>
        <a:p>
          <a:endParaRPr lang="en-GB"/>
        </a:p>
      </dgm:t>
    </dgm:pt>
    <dgm:pt modelId="{CEB24932-776F-4D5C-A7F1-1A985FFACE0E}">
      <dgm:prSet phldrT="[Text]" phldr="0"/>
      <dgm:spPr>
        <a:solidFill>
          <a:srgbClr val="05255C"/>
        </a:solidFill>
      </dgm:spPr>
      <dgm:t>
        <a:bodyPr/>
        <a:lstStyle/>
        <a:p>
          <a:pPr rtl="0"/>
          <a:r>
            <a:rPr lang="en-GB" b="1">
              <a:solidFill>
                <a:schemeClr val="tx1"/>
              </a:solidFill>
              <a:latin typeface="Neue Haas Grotesk Text Pro"/>
            </a:rPr>
            <a:t>Voting Regressor</a:t>
          </a:r>
          <a:r>
            <a:rPr lang="en-GB" b="1">
              <a:latin typeface="Neue Haas Grotesk Text Pro"/>
            </a:rPr>
            <a:t> </a:t>
          </a:r>
          <a:endParaRPr lang="en-GB" b="1"/>
        </a:p>
      </dgm:t>
    </dgm:pt>
    <dgm:pt modelId="{70C31DE4-0FF1-4E24-9A79-0FFDED65F803}" type="parTrans" cxnId="{86A34D9C-80E7-45D9-B2C3-985B5A77F3C0}">
      <dgm:prSet/>
      <dgm:spPr/>
      <dgm:t>
        <a:bodyPr/>
        <a:lstStyle/>
        <a:p>
          <a:endParaRPr lang="en-GB"/>
        </a:p>
      </dgm:t>
    </dgm:pt>
    <dgm:pt modelId="{E19CCEB1-CEA0-46F9-99D4-15325ED13EC0}" type="sibTrans" cxnId="{86A34D9C-80E7-45D9-B2C3-985B5A77F3C0}">
      <dgm:prSet/>
      <dgm:spPr/>
      <dgm:t>
        <a:bodyPr/>
        <a:lstStyle/>
        <a:p>
          <a:endParaRPr lang="en-GB"/>
        </a:p>
      </dgm:t>
    </dgm:pt>
    <dgm:pt modelId="{79FEF3DA-1CC9-4CEB-9855-53A566A247C8}">
      <dgm:prSet phldrT="[Text]" phldr="0"/>
      <dgm:spPr/>
      <dgm:t>
        <a:bodyPr/>
        <a:lstStyle/>
        <a:p>
          <a:pPr rtl="0"/>
          <a:r>
            <a:rPr lang="en-GB">
              <a:latin typeface="Neue Haas Grotesk Text Pro"/>
            </a:rPr>
            <a:t>Formed based on combinations of regression models </a:t>
          </a:r>
          <a:endParaRPr lang="en-GB"/>
        </a:p>
      </dgm:t>
    </dgm:pt>
    <dgm:pt modelId="{78064982-FAE4-454B-930D-895F631C14AA}" type="parTrans" cxnId="{59B1565F-9534-4EF8-A363-AC66FB85F71C}">
      <dgm:prSet/>
      <dgm:spPr/>
      <dgm:t>
        <a:bodyPr/>
        <a:lstStyle/>
        <a:p>
          <a:endParaRPr lang="en-GB"/>
        </a:p>
      </dgm:t>
    </dgm:pt>
    <dgm:pt modelId="{ED96A50A-D23F-4798-87FF-5414EAD917CF}" type="sibTrans" cxnId="{59B1565F-9534-4EF8-A363-AC66FB85F71C}">
      <dgm:prSet/>
      <dgm:spPr/>
      <dgm:t>
        <a:bodyPr/>
        <a:lstStyle/>
        <a:p>
          <a:endParaRPr lang="en-GB"/>
        </a:p>
      </dgm:t>
    </dgm:pt>
    <dgm:pt modelId="{6C7EF3D3-1CE7-4350-A114-D82C7BEFC232}">
      <dgm:prSet phldrT="[Text]" phldr="0"/>
      <dgm:spPr>
        <a:solidFill>
          <a:srgbClr val="05255C"/>
        </a:solidFill>
      </dgm:spPr>
      <dgm:t>
        <a:bodyPr/>
        <a:lstStyle/>
        <a:p>
          <a:pPr rtl="0"/>
          <a:r>
            <a:rPr lang="en-GB" b="1">
              <a:solidFill>
                <a:schemeClr val="tx1"/>
              </a:solidFill>
              <a:latin typeface="Neue Haas Grotesk Text Pro"/>
            </a:rPr>
            <a:t>Train-Test Split/ Encoding</a:t>
          </a:r>
          <a:endParaRPr lang="en-GB" b="1">
            <a:solidFill>
              <a:schemeClr val="tx1"/>
            </a:solidFill>
          </a:endParaRPr>
        </a:p>
      </dgm:t>
    </dgm:pt>
    <dgm:pt modelId="{3917189C-A150-478F-9D88-B81E6D8C6D6E}" type="parTrans" cxnId="{401A3465-8229-4411-9E01-274E89AC5AF7}">
      <dgm:prSet/>
      <dgm:spPr/>
      <dgm:t>
        <a:bodyPr/>
        <a:lstStyle/>
        <a:p>
          <a:endParaRPr lang="en-GB"/>
        </a:p>
      </dgm:t>
    </dgm:pt>
    <dgm:pt modelId="{812CD44C-5D31-42AE-B4F6-230D59C1DE5A}" type="sibTrans" cxnId="{401A3465-8229-4411-9E01-274E89AC5AF7}">
      <dgm:prSet/>
      <dgm:spPr/>
      <dgm:t>
        <a:bodyPr/>
        <a:lstStyle/>
        <a:p>
          <a:endParaRPr lang="en-GB"/>
        </a:p>
      </dgm:t>
    </dgm:pt>
    <dgm:pt modelId="{E0655368-8A60-445E-A1A9-D5C6DEEF2018}">
      <dgm:prSet phldrT="[Text]"/>
      <dgm:spPr/>
      <dgm:t>
        <a:bodyPr/>
        <a:lstStyle/>
        <a:p>
          <a:pPr rtl="0"/>
          <a:r>
            <a:rPr lang="en-GB">
              <a:latin typeface="Neue Haas Grotesk Text Pro"/>
            </a:rPr>
            <a:t>Train and Test data split.</a:t>
          </a:r>
        </a:p>
      </dgm:t>
    </dgm:pt>
    <dgm:pt modelId="{CBE39ADD-64D9-4AE2-B383-BDB54BB9BDCF}" type="parTrans" cxnId="{C3F8738B-2645-4BE0-B4EE-FB40D433D314}">
      <dgm:prSet/>
      <dgm:spPr/>
      <dgm:t>
        <a:bodyPr/>
        <a:lstStyle/>
        <a:p>
          <a:endParaRPr lang="en-GB"/>
        </a:p>
      </dgm:t>
    </dgm:pt>
    <dgm:pt modelId="{627B3C93-BCA8-4E3C-A4EC-A3AC817F4221}" type="sibTrans" cxnId="{C3F8738B-2645-4BE0-B4EE-FB40D433D314}">
      <dgm:prSet/>
      <dgm:spPr/>
      <dgm:t>
        <a:bodyPr/>
        <a:lstStyle/>
        <a:p>
          <a:endParaRPr lang="en-GB"/>
        </a:p>
      </dgm:t>
    </dgm:pt>
    <dgm:pt modelId="{90440AA0-09DA-42A2-B2C0-91F1271971AF}">
      <dgm:prSet phldr="0"/>
      <dgm:spPr>
        <a:solidFill>
          <a:srgbClr val="05255C"/>
        </a:solidFill>
      </dgm:spPr>
      <dgm:t>
        <a:bodyPr/>
        <a:lstStyle/>
        <a:p>
          <a:pPr rtl="0"/>
          <a:r>
            <a:rPr lang="en-GB" b="1">
              <a:solidFill>
                <a:schemeClr val="tx1"/>
              </a:solidFill>
              <a:latin typeface="Neue Haas Grotesk Text Pro"/>
            </a:rPr>
            <a:t>Training</a:t>
          </a:r>
          <a:r>
            <a:rPr lang="en-GB">
              <a:solidFill>
                <a:schemeClr val="tx1"/>
              </a:solidFill>
              <a:latin typeface="Neue Haas Grotesk Text Pro"/>
            </a:rPr>
            <a:t> </a:t>
          </a:r>
        </a:p>
      </dgm:t>
    </dgm:pt>
    <dgm:pt modelId="{9B593526-8F3C-41EA-B461-E9B8A17AEF71}" type="parTrans" cxnId="{589F90DF-B059-4E6C-817E-F870EB722C17}">
      <dgm:prSet/>
      <dgm:spPr/>
    </dgm:pt>
    <dgm:pt modelId="{42056E98-F45F-4E61-A982-593B927E9B6C}" type="sibTrans" cxnId="{589F90DF-B059-4E6C-817E-F870EB722C17}">
      <dgm:prSet/>
      <dgm:spPr/>
    </dgm:pt>
    <dgm:pt modelId="{58B23F52-629C-4D31-A1FB-14E83B54C882}">
      <dgm:prSet phldr="0"/>
      <dgm:spPr/>
      <dgm:t>
        <a:bodyPr/>
        <a:lstStyle/>
        <a:p>
          <a:pPr rtl="0"/>
          <a:r>
            <a:rPr lang="en-GB">
              <a:latin typeface="Neue Haas Grotesk Text Pro"/>
            </a:rPr>
            <a:t>Voting Regressor fitted and trained on X-train data </a:t>
          </a:r>
        </a:p>
      </dgm:t>
    </dgm:pt>
    <dgm:pt modelId="{25521E5C-EA33-43DC-BDDC-3922F5C2FEDC}" type="parTrans" cxnId="{2F9B894E-D7B9-48F4-B0EC-0BA00AA593EB}">
      <dgm:prSet/>
      <dgm:spPr/>
    </dgm:pt>
    <dgm:pt modelId="{970BE8C2-1011-4402-8A4B-10E1BAEFDE4A}" type="sibTrans" cxnId="{2F9B894E-D7B9-48F4-B0EC-0BA00AA593EB}">
      <dgm:prSet/>
      <dgm:spPr/>
    </dgm:pt>
    <dgm:pt modelId="{FFA2BB41-AD01-4729-A225-03D9BF45AFEF}">
      <dgm:prSet phldr="0"/>
      <dgm:spPr>
        <a:solidFill>
          <a:srgbClr val="05255C"/>
        </a:solidFill>
      </dgm:spPr>
      <dgm:t>
        <a:bodyPr/>
        <a:lstStyle/>
        <a:p>
          <a:pPr rtl="0"/>
          <a:r>
            <a:rPr lang="en-GB" b="1">
              <a:solidFill>
                <a:schemeClr val="tx1"/>
              </a:solidFill>
              <a:latin typeface="Neue Haas Grotesk Text Pro"/>
            </a:rPr>
            <a:t>Evaluation through Cross Validation</a:t>
          </a:r>
        </a:p>
      </dgm:t>
    </dgm:pt>
    <dgm:pt modelId="{95BC2C95-CDA8-4A6C-9A16-03F214AF1688}" type="parTrans" cxnId="{4D9F74F0-E98B-4364-BA6A-2741092B4FC7}">
      <dgm:prSet/>
      <dgm:spPr/>
    </dgm:pt>
    <dgm:pt modelId="{7C208063-3421-48B3-A482-C9C6EBE16946}" type="sibTrans" cxnId="{4D9F74F0-E98B-4364-BA6A-2741092B4FC7}">
      <dgm:prSet/>
      <dgm:spPr/>
    </dgm:pt>
    <dgm:pt modelId="{B9C64828-A690-409E-80AB-8F4358A9975A}">
      <dgm:prSet phldr="0"/>
      <dgm:spPr/>
      <dgm:t>
        <a:bodyPr/>
        <a:lstStyle/>
        <a:p>
          <a:pPr rtl="0"/>
          <a:r>
            <a:rPr lang="en-GB">
              <a:latin typeface="Neue Haas Grotesk Text Pro"/>
            </a:rPr>
            <a:t>Mean Squared Error (MSE)</a:t>
          </a:r>
        </a:p>
      </dgm:t>
    </dgm:pt>
    <dgm:pt modelId="{9420C6ED-30E6-464C-99EC-77CE0CE17C59}" type="parTrans" cxnId="{42C4042F-05C6-4976-B3F2-EF4741955739}">
      <dgm:prSet/>
      <dgm:spPr/>
    </dgm:pt>
    <dgm:pt modelId="{1A1BF23D-65B9-42E9-8DFF-3979EB1406CC}" type="sibTrans" cxnId="{42C4042F-05C6-4976-B3F2-EF4741955739}">
      <dgm:prSet/>
      <dgm:spPr/>
    </dgm:pt>
    <dgm:pt modelId="{F3C4F164-D26A-4531-91D7-5934CAEA4AF3}">
      <dgm:prSet phldr="0"/>
      <dgm:spPr/>
      <dgm:t>
        <a:bodyPr/>
        <a:lstStyle/>
        <a:p>
          <a:pPr rtl="0"/>
          <a:r>
            <a:rPr lang="en-GB">
              <a:latin typeface="Neue Haas Grotesk Text Pro"/>
            </a:rPr>
            <a:t>R2 </a:t>
          </a:r>
        </a:p>
      </dgm:t>
    </dgm:pt>
    <dgm:pt modelId="{4379BB6F-9547-471C-8DD5-3407B5F95386}" type="parTrans" cxnId="{5941C335-52F7-474D-B08D-4B5F30622D1B}">
      <dgm:prSet/>
      <dgm:spPr/>
    </dgm:pt>
    <dgm:pt modelId="{8A33823F-7D4F-474B-A4CA-67116F23F9A0}" type="sibTrans" cxnId="{5941C335-52F7-474D-B08D-4B5F30622D1B}">
      <dgm:prSet/>
      <dgm:spPr/>
    </dgm:pt>
    <dgm:pt modelId="{73A3E272-BEFA-46FC-8DE1-4BF804F346E1}">
      <dgm:prSet phldr="0"/>
      <dgm:spPr/>
      <dgm:t>
        <a:bodyPr/>
        <a:lstStyle/>
        <a:p>
          <a:pPr rtl="0"/>
          <a:r>
            <a:rPr lang="en-GB">
              <a:latin typeface="Neue Haas Grotesk Text Pro"/>
            </a:rPr>
            <a:t>Mean Absolute Error (MAE)</a:t>
          </a:r>
        </a:p>
      </dgm:t>
    </dgm:pt>
    <dgm:pt modelId="{850C5345-6019-42FD-AF13-3DE67296525B}" type="parTrans" cxnId="{F08276D6-73EF-4391-8AA1-CA6D62BD20BF}">
      <dgm:prSet/>
      <dgm:spPr/>
    </dgm:pt>
    <dgm:pt modelId="{7632BC77-3958-42F3-81D3-36217B690D8B}" type="sibTrans" cxnId="{F08276D6-73EF-4391-8AA1-CA6D62BD20BF}">
      <dgm:prSet/>
      <dgm:spPr/>
    </dgm:pt>
    <dgm:pt modelId="{1B92374D-F7EC-4DE2-B640-234BF7B9449E}">
      <dgm:prSet phldr="0"/>
      <dgm:spPr/>
      <dgm:t>
        <a:bodyPr/>
        <a:lstStyle/>
        <a:p>
          <a:pPr rtl="0"/>
          <a:r>
            <a:rPr lang="en-GB">
              <a:latin typeface="Neue Haas Grotesk Text Pro"/>
            </a:rPr>
            <a:t>Median Absolute Error (MedAE)</a:t>
          </a:r>
        </a:p>
      </dgm:t>
    </dgm:pt>
    <dgm:pt modelId="{6FA947B9-8223-4552-ADB6-6D1A9329AF48}" type="parTrans" cxnId="{771D5193-4B58-483F-989D-2717999A0228}">
      <dgm:prSet/>
      <dgm:spPr/>
    </dgm:pt>
    <dgm:pt modelId="{101D1961-318B-4BFB-B3B7-AEB655348007}" type="sibTrans" cxnId="{771D5193-4B58-483F-989D-2717999A0228}">
      <dgm:prSet/>
      <dgm:spPr/>
    </dgm:pt>
    <dgm:pt modelId="{C2AD780E-88EB-4093-90E4-46969EF233FA}">
      <dgm:prSet phldr="0"/>
      <dgm:spPr>
        <a:solidFill>
          <a:srgbClr val="05255C"/>
        </a:solidFill>
      </dgm:spPr>
      <dgm:t>
        <a:bodyPr/>
        <a:lstStyle/>
        <a:p>
          <a:pPr rtl="0"/>
          <a:r>
            <a:rPr lang="en-GB" b="1">
              <a:solidFill>
                <a:schemeClr val="tx1"/>
              </a:solidFill>
              <a:latin typeface="Neue Haas Grotesk Text Pro"/>
            </a:rPr>
            <a:t>Updating Model</a:t>
          </a:r>
        </a:p>
      </dgm:t>
    </dgm:pt>
    <dgm:pt modelId="{65C29C93-E3DE-44D7-944E-3C8CF830CE9A}" type="parTrans" cxnId="{B5E8ADB1-B5F4-40DF-8545-3ED3BA71F6C9}">
      <dgm:prSet/>
      <dgm:spPr/>
    </dgm:pt>
    <dgm:pt modelId="{01C53984-BDC4-46DB-8F8D-428363FB3BA2}" type="sibTrans" cxnId="{B5E8ADB1-B5F4-40DF-8545-3ED3BA71F6C9}">
      <dgm:prSet/>
      <dgm:spPr/>
    </dgm:pt>
    <dgm:pt modelId="{70DCEBCC-4974-49BC-A3CC-1ACB5F3E3A8A}">
      <dgm:prSet phldr="0"/>
      <dgm:spPr/>
      <dgm:t>
        <a:bodyPr/>
        <a:lstStyle/>
        <a:p>
          <a:pPr rtl="0"/>
          <a:r>
            <a:rPr lang="en-GB">
              <a:latin typeface="Neue Haas Grotesk Text Pro"/>
            </a:rPr>
            <a:t>Comparison of mean cross validation model with each iteration of model. Updating model to have the best cross validation score</a:t>
          </a:r>
        </a:p>
      </dgm:t>
    </dgm:pt>
    <dgm:pt modelId="{941FF6BF-8638-46DF-B960-C1728888E523}" type="parTrans" cxnId="{A36CEF7E-5B96-4EF1-A309-57A444371A7B}">
      <dgm:prSet/>
      <dgm:spPr/>
    </dgm:pt>
    <dgm:pt modelId="{92AB0A44-533D-4F65-9A6E-BDC97B2787D4}" type="sibTrans" cxnId="{A36CEF7E-5B96-4EF1-A309-57A444371A7B}">
      <dgm:prSet/>
      <dgm:spPr/>
    </dgm:pt>
    <dgm:pt modelId="{D29F708E-525A-42EF-B0BA-5F8E1973E451}">
      <dgm:prSet phldr="0"/>
      <dgm:spPr/>
      <dgm:t>
        <a:bodyPr/>
        <a:lstStyle/>
        <a:p>
          <a:pPr rtl="0"/>
          <a:r>
            <a:rPr lang="en-GB">
              <a:latin typeface="Neue Haas Grotesk Text Pro"/>
            </a:rPr>
            <a:t> Categorical Features encoded separately for X-train and X-test to prevent data leakage</a:t>
          </a:r>
          <a:endParaRPr lang="en-GB"/>
        </a:p>
      </dgm:t>
    </dgm:pt>
    <dgm:pt modelId="{09CB4685-D132-473D-BF0C-A75995AF8140}" type="parTrans" cxnId="{4E5EB0AF-9B06-46B4-A4EA-EB42BA7559B6}">
      <dgm:prSet/>
      <dgm:spPr/>
    </dgm:pt>
    <dgm:pt modelId="{81026706-FCDC-470C-A889-CA487CA99D12}" type="sibTrans" cxnId="{4E5EB0AF-9B06-46B4-A4EA-EB42BA7559B6}">
      <dgm:prSet/>
      <dgm:spPr/>
    </dgm:pt>
    <dgm:pt modelId="{77E6191F-C14F-41F2-991C-3E2014FA0758}" type="pres">
      <dgm:prSet presAssocID="{D1748C05-55D9-48D0-A86F-9E8B405EA431}" presName="Name0" presStyleCnt="0">
        <dgm:presLayoutVars>
          <dgm:dir/>
          <dgm:animLvl val="lvl"/>
          <dgm:resizeHandles val="exact"/>
        </dgm:presLayoutVars>
      </dgm:prSet>
      <dgm:spPr/>
    </dgm:pt>
    <dgm:pt modelId="{B6EF1864-07D4-495B-B5FA-1F1EE573883C}" type="pres">
      <dgm:prSet presAssocID="{C2AD780E-88EB-4093-90E4-46969EF233FA}" presName="boxAndChildren" presStyleCnt="0"/>
      <dgm:spPr/>
    </dgm:pt>
    <dgm:pt modelId="{7CFCF61F-5754-4189-BE60-ED6421D609C6}" type="pres">
      <dgm:prSet presAssocID="{C2AD780E-88EB-4093-90E4-46969EF233FA}" presName="parentTextBox" presStyleLbl="node1" presStyleIdx="0" presStyleCnt="5"/>
      <dgm:spPr/>
    </dgm:pt>
    <dgm:pt modelId="{23A3CCA6-49ED-42E2-B254-813B8CA5B0B9}" type="pres">
      <dgm:prSet presAssocID="{C2AD780E-88EB-4093-90E4-46969EF233FA}" presName="entireBox" presStyleLbl="node1" presStyleIdx="0" presStyleCnt="5"/>
      <dgm:spPr/>
    </dgm:pt>
    <dgm:pt modelId="{AF7AF394-0603-486A-8C83-619AE8F05627}" type="pres">
      <dgm:prSet presAssocID="{C2AD780E-88EB-4093-90E4-46969EF233FA}" presName="descendantBox" presStyleCnt="0"/>
      <dgm:spPr/>
    </dgm:pt>
    <dgm:pt modelId="{E3E2FD8C-8068-4339-A4B2-19E5B14B3885}" type="pres">
      <dgm:prSet presAssocID="{70DCEBCC-4974-49BC-A3CC-1ACB5F3E3A8A}" presName="childTextBox" presStyleLbl="fgAccFollowNode1" presStyleIdx="0" presStyleCnt="9">
        <dgm:presLayoutVars>
          <dgm:bulletEnabled val="1"/>
        </dgm:presLayoutVars>
      </dgm:prSet>
      <dgm:spPr/>
    </dgm:pt>
    <dgm:pt modelId="{4AA28649-BE77-4F27-89F0-1A92235B8AA7}" type="pres">
      <dgm:prSet presAssocID="{7C208063-3421-48B3-A482-C9C6EBE16946}" presName="sp" presStyleCnt="0"/>
      <dgm:spPr/>
    </dgm:pt>
    <dgm:pt modelId="{7977146A-90A8-403F-A2E5-F2DCDBF3E2B4}" type="pres">
      <dgm:prSet presAssocID="{FFA2BB41-AD01-4729-A225-03D9BF45AFEF}" presName="arrowAndChildren" presStyleCnt="0"/>
      <dgm:spPr/>
    </dgm:pt>
    <dgm:pt modelId="{A2089F59-54C6-45A3-A3D5-895E9CF5BB7D}" type="pres">
      <dgm:prSet presAssocID="{FFA2BB41-AD01-4729-A225-03D9BF45AFEF}" presName="parentTextArrow" presStyleLbl="node1" presStyleIdx="0" presStyleCnt="5"/>
      <dgm:spPr/>
    </dgm:pt>
    <dgm:pt modelId="{14A27839-C23F-4642-9849-D59E91EB4D87}" type="pres">
      <dgm:prSet presAssocID="{FFA2BB41-AD01-4729-A225-03D9BF45AFEF}" presName="arrow" presStyleLbl="node1" presStyleIdx="1" presStyleCnt="5"/>
      <dgm:spPr>
        <a:solidFill>
          <a:srgbClr val="05255C"/>
        </a:solidFill>
      </dgm:spPr>
    </dgm:pt>
    <dgm:pt modelId="{83D0A0F4-6A13-4AFC-91BA-CFC392B06E6E}" type="pres">
      <dgm:prSet presAssocID="{FFA2BB41-AD01-4729-A225-03D9BF45AFEF}" presName="descendantArrow" presStyleCnt="0"/>
      <dgm:spPr/>
    </dgm:pt>
    <dgm:pt modelId="{1E01056A-55CF-4970-A418-958B81469F65}" type="pres">
      <dgm:prSet presAssocID="{B9C64828-A690-409E-80AB-8F4358A9975A}" presName="childTextArrow" presStyleLbl="fgAccFollowNode1" presStyleIdx="1" presStyleCnt="9">
        <dgm:presLayoutVars>
          <dgm:bulletEnabled val="1"/>
        </dgm:presLayoutVars>
      </dgm:prSet>
      <dgm:spPr/>
    </dgm:pt>
    <dgm:pt modelId="{D0D8192E-DB8E-4249-8AC4-EBA499C7FCFA}" type="pres">
      <dgm:prSet presAssocID="{F3C4F164-D26A-4531-91D7-5934CAEA4AF3}" presName="childTextArrow" presStyleLbl="fgAccFollowNode1" presStyleIdx="2" presStyleCnt="9">
        <dgm:presLayoutVars>
          <dgm:bulletEnabled val="1"/>
        </dgm:presLayoutVars>
      </dgm:prSet>
      <dgm:spPr/>
    </dgm:pt>
    <dgm:pt modelId="{54BF6399-779B-400B-BD11-43B0EE140A7D}" type="pres">
      <dgm:prSet presAssocID="{73A3E272-BEFA-46FC-8DE1-4BF804F346E1}" presName="childTextArrow" presStyleLbl="fgAccFollowNode1" presStyleIdx="3" presStyleCnt="9">
        <dgm:presLayoutVars>
          <dgm:bulletEnabled val="1"/>
        </dgm:presLayoutVars>
      </dgm:prSet>
      <dgm:spPr/>
    </dgm:pt>
    <dgm:pt modelId="{AA28DB04-AB1A-4BC0-A889-7B3A96E4F69F}" type="pres">
      <dgm:prSet presAssocID="{1B92374D-F7EC-4DE2-B640-234BF7B9449E}" presName="childTextArrow" presStyleLbl="fgAccFollowNode1" presStyleIdx="4" presStyleCnt="9">
        <dgm:presLayoutVars>
          <dgm:bulletEnabled val="1"/>
        </dgm:presLayoutVars>
      </dgm:prSet>
      <dgm:spPr/>
    </dgm:pt>
    <dgm:pt modelId="{F7CD57C2-1F99-4D62-A945-EC96929A86E4}" type="pres">
      <dgm:prSet presAssocID="{42056E98-F45F-4E61-A982-593B927E9B6C}" presName="sp" presStyleCnt="0"/>
      <dgm:spPr/>
    </dgm:pt>
    <dgm:pt modelId="{E3735240-563C-4B2D-B4BE-9CBC8FAB8746}" type="pres">
      <dgm:prSet presAssocID="{90440AA0-09DA-42A2-B2C0-91F1271971AF}" presName="arrowAndChildren" presStyleCnt="0"/>
      <dgm:spPr/>
    </dgm:pt>
    <dgm:pt modelId="{BBFEF484-C51F-431E-8128-72C8B6633974}" type="pres">
      <dgm:prSet presAssocID="{90440AA0-09DA-42A2-B2C0-91F1271971AF}" presName="parentTextArrow" presStyleLbl="node1" presStyleIdx="1" presStyleCnt="5"/>
      <dgm:spPr/>
    </dgm:pt>
    <dgm:pt modelId="{2330EF33-2EA4-474B-8391-E801412CD258}" type="pres">
      <dgm:prSet presAssocID="{90440AA0-09DA-42A2-B2C0-91F1271971AF}" presName="arrow" presStyleLbl="node1" presStyleIdx="2" presStyleCnt="5"/>
      <dgm:spPr>
        <a:solidFill>
          <a:srgbClr val="05255C"/>
        </a:solidFill>
      </dgm:spPr>
    </dgm:pt>
    <dgm:pt modelId="{A9F10DEE-9288-4A12-9E16-B59DC36CDCF4}" type="pres">
      <dgm:prSet presAssocID="{90440AA0-09DA-42A2-B2C0-91F1271971AF}" presName="descendantArrow" presStyleCnt="0"/>
      <dgm:spPr/>
    </dgm:pt>
    <dgm:pt modelId="{79C44C30-C67B-4A11-A997-D0ED0FE3912E}" type="pres">
      <dgm:prSet presAssocID="{58B23F52-629C-4D31-A1FB-14E83B54C882}" presName="childTextArrow" presStyleLbl="fgAccFollowNode1" presStyleIdx="5" presStyleCnt="9">
        <dgm:presLayoutVars>
          <dgm:bulletEnabled val="1"/>
        </dgm:presLayoutVars>
      </dgm:prSet>
      <dgm:spPr/>
    </dgm:pt>
    <dgm:pt modelId="{B24BCEC9-C21C-4F83-8DB1-6AEC1CD274C1}" type="pres">
      <dgm:prSet presAssocID="{812CD44C-5D31-42AE-B4F6-230D59C1DE5A}" presName="sp" presStyleCnt="0"/>
      <dgm:spPr/>
    </dgm:pt>
    <dgm:pt modelId="{595FB7AE-B50F-4641-A110-07CA58C59241}" type="pres">
      <dgm:prSet presAssocID="{6C7EF3D3-1CE7-4350-A114-D82C7BEFC232}" presName="arrowAndChildren" presStyleCnt="0"/>
      <dgm:spPr/>
    </dgm:pt>
    <dgm:pt modelId="{56B241F4-7AFB-4592-AF83-535F84613968}" type="pres">
      <dgm:prSet presAssocID="{6C7EF3D3-1CE7-4350-A114-D82C7BEFC232}" presName="parentTextArrow" presStyleLbl="node1" presStyleIdx="2" presStyleCnt="5"/>
      <dgm:spPr/>
    </dgm:pt>
    <dgm:pt modelId="{D13EFCBF-ABBC-4B16-B284-A60FD4C8FF61}" type="pres">
      <dgm:prSet presAssocID="{6C7EF3D3-1CE7-4350-A114-D82C7BEFC232}" presName="arrow" presStyleLbl="node1" presStyleIdx="3" presStyleCnt="5"/>
      <dgm:spPr>
        <a:solidFill>
          <a:srgbClr val="05255C"/>
        </a:solidFill>
      </dgm:spPr>
    </dgm:pt>
    <dgm:pt modelId="{901B2080-A412-4F36-BB9B-9CCAFD2A5E15}" type="pres">
      <dgm:prSet presAssocID="{6C7EF3D3-1CE7-4350-A114-D82C7BEFC232}" presName="descendantArrow" presStyleCnt="0"/>
      <dgm:spPr/>
    </dgm:pt>
    <dgm:pt modelId="{461021C5-7574-48A1-BCD6-7420B01CC878}" type="pres">
      <dgm:prSet presAssocID="{E0655368-8A60-445E-A1A9-D5C6DEEF2018}" presName="childTextArrow" presStyleLbl="fgAccFollowNode1" presStyleIdx="6" presStyleCnt="9">
        <dgm:presLayoutVars>
          <dgm:bulletEnabled val="1"/>
        </dgm:presLayoutVars>
      </dgm:prSet>
      <dgm:spPr/>
    </dgm:pt>
    <dgm:pt modelId="{5EFD26B3-DE44-447D-8D0F-22937695EA01}" type="pres">
      <dgm:prSet presAssocID="{D29F708E-525A-42EF-B0BA-5F8E1973E451}" presName="childTextArrow" presStyleLbl="fgAccFollowNode1" presStyleIdx="7" presStyleCnt="9">
        <dgm:presLayoutVars>
          <dgm:bulletEnabled val="1"/>
        </dgm:presLayoutVars>
      </dgm:prSet>
      <dgm:spPr/>
    </dgm:pt>
    <dgm:pt modelId="{B9C16FBB-3EA4-4197-B78B-A09DE9DF0B60}" type="pres">
      <dgm:prSet presAssocID="{E19CCEB1-CEA0-46F9-99D4-15325ED13EC0}" presName="sp" presStyleCnt="0"/>
      <dgm:spPr/>
    </dgm:pt>
    <dgm:pt modelId="{AF4DCA73-F50B-46A1-B592-672EEB7909C9}" type="pres">
      <dgm:prSet presAssocID="{CEB24932-776F-4D5C-A7F1-1A985FFACE0E}" presName="arrowAndChildren" presStyleCnt="0"/>
      <dgm:spPr/>
    </dgm:pt>
    <dgm:pt modelId="{26B89127-D46C-4F12-8C00-63B2A26C9BA3}" type="pres">
      <dgm:prSet presAssocID="{CEB24932-776F-4D5C-A7F1-1A985FFACE0E}" presName="parentTextArrow" presStyleLbl="node1" presStyleIdx="3" presStyleCnt="5"/>
      <dgm:spPr/>
    </dgm:pt>
    <dgm:pt modelId="{6B08EF4A-60DC-4AEF-B1D0-8C992611CB3A}" type="pres">
      <dgm:prSet presAssocID="{CEB24932-776F-4D5C-A7F1-1A985FFACE0E}" presName="arrow" presStyleLbl="node1" presStyleIdx="4" presStyleCnt="5"/>
      <dgm:spPr>
        <a:solidFill>
          <a:srgbClr val="05255C"/>
        </a:solidFill>
      </dgm:spPr>
    </dgm:pt>
    <dgm:pt modelId="{67C08AA9-B96E-48F7-B303-D6E79E7E199B}" type="pres">
      <dgm:prSet presAssocID="{CEB24932-776F-4D5C-A7F1-1A985FFACE0E}" presName="descendantArrow" presStyleCnt="0"/>
      <dgm:spPr/>
    </dgm:pt>
    <dgm:pt modelId="{F61B17BE-4C5A-494D-BCA4-80A579CFCD63}" type="pres">
      <dgm:prSet presAssocID="{79FEF3DA-1CC9-4CEB-9855-53A566A247C8}" presName="childTextArrow" presStyleLbl="fgAccFollowNode1" presStyleIdx="8" presStyleCnt="9">
        <dgm:presLayoutVars>
          <dgm:bulletEnabled val="1"/>
        </dgm:presLayoutVars>
      </dgm:prSet>
      <dgm:spPr/>
    </dgm:pt>
  </dgm:ptLst>
  <dgm:cxnLst>
    <dgm:cxn modelId="{E0FA2B0C-F68A-49F9-B89B-CD4F14D54B8C}" type="presOf" srcId="{D1748C05-55D9-48D0-A86F-9E8B405EA431}" destId="{77E6191F-C14F-41F2-991C-3E2014FA0758}" srcOrd="0" destOrd="0" presId="urn:microsoft.com/office/officeart/2005/8/layout/process4"/>
    <dgm:cxn modelId="{5F9F0022-5FA2-4603-AE4C-65174727AD26}" type="presOf" srcId="{FFA2BB41-AD01-4729-A225-03D9BF45AFEF}" destId="{A2089F59-54C6-45A3-A3D5-895E9CF5BB7D}" srcOrd="0" destOrd="0" presId="urn:microsoft.com/office/officeart/2005/8/layout/process4"/>
    <dgm:cxn modelId="{0A49422B-7F79-43B3-8AF3-96E9CA0C934F}" type="presOf" srcId="{B9C64828-A690-409E-80AB-8F4358A9975A}" destId="{1E01056A-55CF-4970-A418-958B81469F65}" srcOrd="0" destOrd="0" presId="urn:microsoft.com/office/officeart/2005/8/layout/process4"/>
    <dgm:cxn modelId="{AE606F2B-13D3-4EFC-AD1B-99F8E9546DE9}" type="presOf" srcId="{90440AA0-09DA-42A2-B2C0-91F1271971AF}" destId="{BBFEF484-C51F-431E-8128-72C8B6633974}" srcOrd="0" destOrd="0" presId="urn:microsoft.com/office/officeart/2005/8/layout/process4"/>
    <dgm:cxn modelId="{F3534F2B-7910-4A96-9EDB-E29E9A342BC7}" type="presOf" srcId="{C2AD780E-88EB-4093-90E4-46969EF233FA}" destId="{7CFCF61F-5754-4189-BE60-ED6421D609C6}" srcOrd="0" destOrd="0" presId="urn:microsoft.com/office/officeart/2005/8/layout/process4"/>
    <dgm:cxn modelId="{42C4042F-05C6-4976-B3F2-EF4741955739}" srcId="{FFA2BB41-AD01-4729-A225-03D9BF45AFEF}" destId="{B9C64828-A690-409E-80AB-8F4358A9975A}" srcOrd="0" destOrd="0" parTransId="{9420C6ED-30E6-464C-99EC-77CE0CE17C59}" sibTransId="{1A1BF23D-65B9-42E9-8DFF-3979EB1406CC}"/>
    <dgm:cxn modelId="{4D6E0735-8266-461A-B1B1-7E22E845BDEF}" type="presOf" srcId="{CEB24932-776F-4D5C-A7F1-1A985FFACE0E}" destId="{6B08EF4A-60DC-4AEF-B1D0-8C992611CB3A}" srcOrd="1" destOrd="0" presId="urn:microsoft.com/office/officeart/2005/8/layout/process4"/>
    <dgm:cxn modelId="{5941C335-52F7-474D-B08D-4B5F30622D1B}" srcId="{FFA2BB41-AD01-4729-A225-03D9BF45AFEF}" destId="{F3C4F164-D26A-4531-91D7-5934CAEA4AF3}" srcOrd="1" destOrd="0" parTransId="{4379BB6F-9547-471C-8DD5-3407B5F95386}" sibTransId="{8A33823F-7D4F-474B-A4CA-67116F23F9A0}"/>
    <dgm:cxn modelId="{59B1565F-9534-4EF8-A363-AC66FB85F71C}" srcId="{CEB24932-776F-4D5C-A7F1-1A985FFACE0E}" destId="{79FEF3DA-1CC9-4CEB-9855-53A566A247C8}" srcOrd="0" destOrd="0" parTransId="{78064982-FAE4-454B-930D-895F631C14AA}" sibTransId="{ED96A50A-D23F-4798-87FF-5414EAD917CF}"/>
    <dgm:cxn modelId="{64715464-AA83-4B77-B056-18CA6F7876FC}" type="presOf" srcId="{79FEF3DA-1CC9-4CEB-9855-53A566A247C8}" destId="{F61B17BE-4C5A-494D-BCA4-80A579CFCD63}" srcOrd="0" destOrd="0" presId="urn:microsoft.com/office/officeart/2005/8/layout/process4"/>
    <dgm:cxn modelId="{401A3465-8229-4411-9E01-274E89AC5AF7}" srcId="{D1748C05-55D9-48D0-A86F-9E8B405EA431}" destId="{6C7EF3D3-1CE7-4350-A114-D82C7BEFC232}" srcOrd="1" destOrd="0" parTransId="{3917189C-A150-478F-9D88-B81E6D8C6D6E}" sibTransId="{812CD44C-5D31-42AE-B4F6-230D59C1DE5A}"/>
    <dgm:cxn modelId="{AE9ADA49-ECCB-43DE-953F-A039FAE89C90}" type="presOf" srcId="{6C7EF3D3-1CE7-4350-A114-D82C7BEFC232}" destId="{D13EFCBF-ABBC-4B16-B284-A60FD4C8FF61}" srcOrd="1" destOrd="0" presId="urn:microsoft.com/office/officeart/2005/8/layout/process4"/>
    <dgm:cxn modelId="{2F9B894E-D7B9-48F4-B0EC-0BA00AA593EB}" srcId="{90440AA0-09DA-42A2-B2C0-91F1271971AF}" destId="{58B23F52-629C-4D31-A1FB-14E83B54C882}" srcOrd="0" destOrd="0" parTransId="{25521E5C-EA33-43DC-BDDC-3922F5C2FEDC}" sibTransId="{970BE8C2-1011-4402-8A4B-10E1BAEFDE4A}"/>
    <dgm:cxn modelId="{CD7C9372-D1CE-432C-B14A-A53D52246D15}" type="presOf" srcId="{FFA2BB41-AD01-4729-A225-03D9BF45AFEF}" destId="{14A27839-C23F-4642-9849-D59E91EB4D87}" srcOrd="1" destOrd="0" presId="urn:microsoft.com/office/officeart/2005/8/layout/process4"/>
    <dgm:cxn modelId="{68B29D72-45AA-44B4-9A2C-4920BB8805C7}" type="presOf" srcId="{CEB24932-776F-4D5C-A7F1-1A985FFACE0E}" destId="{26B89127-D46C-4F12-8C00-63B2A26C9BA3}" srcOrd="0" destOrd="0" presId="urn:microsoft.com/office/officeart/2005/8/layout/process4"/>
    <dgm:cxn modelId="{16759F74-E09F-4CCA-8082-1487221433FB}" type="presOf" srcId="{58B23F52-629C-4D31-A1FB-14E83B54C882}" destId="{79C44C30-C67B-4A11-A997-D0ED0FE3912E}" srcOrd="0" destOrd="0" presId="urn:microsoft.com/office/officeart/2005/8/layout/process4"/>
    <dgm:cxn modelId="{BE7B0459-B096-4C3F-B1A7-B7459E618A8A}" type="presOf" srcId="{70DCEBCC-4974-49BC-A3CC-1ACB5F3E3A8A}" destId="{E3E2FD8C-8068-4339-A4B2-19E5B14B3885}" srcOrd="0" destOrd="0" presId="urn:microsoft.com/office/officeart/2005/8/layout/process4"/>
    <dgm:cxn modelId="{A36CEF7E-5B96-4EF1-A309-57A444371A7B}" srcId="{C2AD780E-88EB-4093-90E4-46969EF233FA}" destId="{70DCEBCC-4974-49BC-A3CC-1ACB5F3E3A8A}" srcOrd="0" destOrd="0" parTransId="{941FF6BF-8638-46DF-B960-C1728888E523}" sibTransId="{92AB0A44-533D-4F65-9A6E-BDC97B2787D4}"/>
    <dgm:cxn modelId="{C3F8738B-2645-4BE0-B4EE-FB40D433D314}" srcId="{6C7EF3D3-1CE7-4350-A114-D82C7BEFC232}" destId="{E0655368-8A60-445E-A1A9-D5C6DEEF2018}" srcOrd="0" destOrd="0" parTransId="{CBE39ADD-64D9-4AE2-B383-BDB54BB9BDCF}" sibTransId="{627B3C93-BCA8-4E3C-A4EC-A3AC817F4221}"/>
    <dgm:cxn modelId="{9508DA8B-D730-4C04-BE1A-C7FFCB4D143C}" type="presOf" srcId="{F3C4F164-D26A-4531-91D7-5934CAEA4AF3}" destId="{D0D8192E-DB8E-4249-8AC4-EBA499C7FCFA}" srcOrd="0" destOrd="0" presId="urn:microsoft.com/office/officeart/2005/8/layout/process4"/>
    <dgm:cxn modelId="{15D63E90-A16E-4898-8DEA-C7617169F54C}" type="presOf" srcId="{6C7EF3D3-1CE7-4350-A114-D82C7BEFC232}" destId="{56B241F4-7AFB-4592-AF83-535F84613968}" srcOrd="0" destOrd="0" presId="urn:microsoft.com/office/officeart/2005/8/layout/process4"/>
    <dgm:cxn modelId="{771D5193-4B58-483F-989D-2717999A0228}" srcId="{FFA2BB41-AD01-4729-A225-03D9BF45AFEF}" destId="{1B92374D-F7EC-4DE2-B640-234BF7B9449E}" srcOrd="3" destOrd="0" parTransId="{6FA947B9-8223-4552-ADB6-6D1A9329AF48}" sibTransId="{101D1961-318B-4BFB-B3B7-AEB655348007}"/>
    <dgm:cxn modelId="{86A34D9C-80E7-45D9-B2C3-985B5A77F3C0}" srcId="{D1748C05-55D9-48D0-A86F-9E8B405EA431}" destId="{CEB24932-776F-4D5C-A7F1-1A985FFACE0E}" srcOrd="0" destOrd="0" parTransId="{70C31DE4-0FF1-4E24-9A79-0FFDED65F803}" sibTransId="{E19CCEB1-CEA0-46F9-99D4-15325ED13EC0}"/>
    <dgm:cxn modelId="{69D19AA7-3690-403E-9E1B-B567A6D895D0}" type="presOf" srcId="{D29F708E-525A-42EF-B0BA-5F8E1973E451}" destId="{5EFD26B3-DE44-447D-8D0F-22937695EA01}" srcOrd="0" destOrd="0" presId="urn:microsoft.com/office/officeart/2005/8/layout/process4"/>
    <dgm:cxn modelId="{4E5EB0AF-9B06-46B4-A4EA-EB42BA7559B6}" srcId="{6C7EF3D3-1CE7-4350-A114-D82C7BEFC232}" destId="{D29F708E-525A-42EF-B0BA-5F8E1973E451}" srcOrd="1" destOrd="0" parTransId="{09CB4685-D132-473D-BF0C-A75995AF8140}" sibTransId="{81026706-FCDC-470C-A889-CA487CA99D12}"/>
    <dgm:cxn modelId="{B5E8ADB1-B5F4-40DF-8545-3ED3BA71F6C9}" srcId="{D1748C05-55D9-48D0-A86F-9E8B405EA431}" destId="{C2AD780E-88EB-4093-90E4-46969EF233FA}" srcOrd="4" destOrd="0" parTransId="{65C29C93-E3DE-44D7-944E-3C8CF830CE9A}" sibTransId="{01C53984-BDC4-46DB-8F8D-428363FB3BA2}"/>
    <dgm:cxn modelId="{A87FEAC0-44ED-463F-AD01-89852AC70421}" type="presOf" srcId="{E0655368-8A60-445E-A1A9-D5C6DEEF2018}" destId="{461021C5-7574-48A1-BCD6-7420B01CC878}" srcOrd="0" destOrd="0" presId="urn:microsoft.com/office/officeart/2005/8/layout/process4"/>
    <dgm:cxn modelId="{2E01D1C5-A2D5-48D2-AE6A-EC1A649ECCBA}" type="presOf" srcId="{C2AD780E-88EB-4093-90E4-46969EF233FA}" destId="{23A3CCA6-49ED-42E2-B254-813B8CA5B0B9}" srcOrd="1" destOrd="0" presId="urn:microsoft.com/office/officeart/2005/8/layout/process4"/>
    <dgm:cxn modelId="{81E5B4C8-65C4-42E8-BFBD-EDF03546696B}" type="presOf" srcId="{90440AA0-09DA-42A2-B2C0-91F1271971AF}" destId="{2330EF33-2EA4-474B-8391-E801412CD258}" srcOrd="1" destOrd="0" presId="urn:microsoft.com/office/officeart/2005/8/layout/process4"/>
    <dgm:cxn modelId="{C3B673D2-904A-4DF8-88C7-867DB9B3F2E9}" type="presOf" srcId="{73A3E272-BEFA-46FC-8DE1-4BF804F346E1}" destId="{54BF6399-779B-400B-BD11-43B0EE140A7D}" srcOrd="0" destOrd="0" presId="urn:microsoft.com/office/officeart/2005/8/layout/process4"/>
    <dgm:cxn modelId="{F08276D6-73EF-4391-8AA1-CA6D62BD20BF}" srcId="{FFA2BB41-AD01-4729-A225-03D9BF45AFEF}" destId="{73A3E272-BEFA-46FC-8DE1-4BF804F346E1}" srcOrd="2" destOrd="0" parTransId="{850C5345-6019-42FD-AF13-3DE67296525B}" sibTransId="{7632BC77-3958-42F3-81D3-36217B690D8B}"/>
    <dgm:cxn modelId="{589F90DF-B059-4E6C-817E-F870EB722C17}" srcId="{D1748C05-55D9-48D0-A86F-9E8B405EA431}" destId="{90440AA0-09DA-42A2-B2C0-91F1271971AF}" srcOrd="2" destOrd="0" parTransId="{9B593526-8F3C-41EA-B461-E9B8A17AEF71}" sibTransId="{42056E98-F45F-4E61-A982-593B927E9B6C}"/>
    <dgm:cxn modelId="{4D9F74F0-E98B-4364-BA6A-2741092B4FC7}" srcId="{D1748C05-55D9-48D0-A86F-9E8B405EA431}" destId="{FFA2BB41-AD01-4729-A225-03D9BF45AFEF}" srcOrd="3" destOrd="0" parTransId="{95BC2C95-CDA8-4A6C-9A16-03F214AF1688}" sibTransId="{7C208063-3421-48B3-A482-C9C6EBE16946}"/>
    <dgm:cxn modelId="{354AB2F7-A66A-4A7E-9E14-40CEC0D438D8}" type="presOf" srcId="{1B92374D-F7EC-4DE2-B640-234BF7B9449E}" destId="{AA28DB04-AB1A-4BC0-A889-7B3A96E4F69F}" srcOrd="0" destOrd="0" presId="urn:microsoft.com/office/officeart/2005/8/layout/process4"/>
    <dgm:cxn modelId="{650FF44D-4513-46CC-936F-85E9EAD1EF59}" type="presParOf" srcId="{77E6191F-C14F-41F2-991C-3E2014FA0758}" destId="{B6EF1864-07D4-495B-B5FA-1F1EE573883C}" srcOrd="0" destOrd="0" presId="urn:microsoft.com/office/officeart/2005/8/layout/process4"/>
    <dgm:cxn modelId="{4CEF63B7-04AD-4F6A-8C62-14435C156595}" type="presParOf" srcId="{B6EF1864-07D4-495B-B5FA-1F1EE573883C}" destId="{7CFCF61F-5754-4189-BE60-ED6421D609C6}" srcOrd="0" destOrd="0" presId="urn:microsoft.com/office/officeart/2005/8/layout/process4"/>
    <dgm:cxn modelId="{29C2F0D6-214C-43C8-83DC-21BAF8030B56}" type="presParOf" srcId="{B6EF1864-07D4-495B-B5FA-1F1EE573883C}" destId="{23A3CCA6-49ED-42E2-B254-813B8CA5B0B9}" srcOrd="1" destOrd="0" presId="urn:microsoft.com/office/officeart/2005/8/layout/process4"/>
    <dgm:cxn modelId="{24D4A39E-5957-4CEB-AC5E-C08A560D0220}" type="presParOf" srcId="{B6EF1864-07D4-495B-B5FA-1F1EE573883C}" destId="{AF7AF394-0603-486A-8C83-619AE8F05627}" srcOrd="2" destOrd="0" presId="urn:microsoft.com/office/officeart/2005/8/layout/process4"/>
    <dgm:cxn modelId="{DDB8C1CD-ED55-4B6E-8CC7-77F92E785C8D}" type="presParOf" srcId="{AF7AF394-0603-486A-8C83-619AE8F05627}" destId="{E3E2FD8C-8068-4339-A4B2-19E5B14B3885}" srcOrd="0" destOrd="0" presId="urn:microsoft.com/office/officeart/2005/8/layout/process4"/>
    <dgm:cxn modelId="{43E2C362-17CB-4D06-A3E3-B66F57D14B86}" type="presParOf" srcId="{77E6191F-C14F-41F2-991C-3E2014FA0758}" destId="{4AA28649-BE77-4F27-89F0-1A92235B8AA7}" srcOrd="1" destOrd="0" presId="urn:microsoft.com/office/officeart/2005/8/layout/process4"/>
    <dgm:cxn modelId="{CCB8CF5B-C414-4F08-B85A-4BF086EDBA10}" type="presParOf" srcId="{77E6191F-C14F-41F2-991C-3E2014FA0758}" destId="{7977146A-90A8-403F-A2E5-F2DCDBF3E2B4}" srcOrd="2" destOrd="0" presId="urn:microsoft.com/office/officeart/2005/8/layout/process4"/>
    <dgm:cxn modelId="{6558CE4D-D0A0-411F-9554-98B026654988}" type="presParOf" srcId="{7977146A-90A8-403F-A2E5-F2DCDBF3E2B4}" destId="{A2089F59-54C6-45A3-A3D5-895E9CF5BB7D}" srcOrd="0" destOrd="0" presId="urn:microsoft.com/office/officeart/2005/8/layout/process4"/>
    <dgm:cxn modelId="{CB3F1B29-33CB-4538-AA9A-75DB8417ABCD}" type="presParOf" srcId="{7977146A-90A8-403F-A2E5-F2DCDBF3E2B4}" destId="{14A27839-C23F-4642-9849-D59E91EB4D87}" srcOrd="1" destOrd="0" presId="urn:microsoft.com/office/officeart/2005/8/layout/process4"/>
    <dgm:cxn modelId="{4583B1A0-BA07-4293-9047-9C4F0A739C9E}" type="presParOf" srcId="{7977146A-90A8-403F-A2E5-F2DCDBF3E2B4}" destId="{83D0A0F4-6A13-4AFC-91BA-CFC392B06E6E}" srcOrd="2" destOrd="0" presId="urn:microsoft.com/office/officeart/2005/8/layout/process4"/>
    <dgm:cxn modelId="{0B4AA20C-A77D-44CA-87D3-6DB188BF4803}" type="presParOf" srcId="{83D0A0F4-6A13-4AFC-91BA-CFC392B06E6E}" destId="{1E01056A-55CF-4970-A418-958B81469F65}" srcOrd="0" destOrd="0" presId="urn:microsoft.com/office/officeart/2005/8/layout/process4"/>
    <dgm:cxn modelId="{A70C38EB-AEA9-4EA4-A72F-ECF493BDF49D}" type="presParOf" srcId="{83D0A0F4-6A13-4AFC-91BA-CFC392B06E6E}" destId="{D0D8192E-DB8E-4249-8AC4-EBA499C7FCFA}" srcOrd="1" destOrd="0" presId="urn:microsoft.com/office/officeart/2005/8/layout/process4"/>
    <dgm:cxn modelId="{CEB26B6F-FFF6-49CC-9DBE-17D235CC1288}" type="presParOf" srcId="{83D0A0F4-6A13-4AFC-91BA-CFC392B06E6E}" destId="{54BF6399-779B-400B-BD11-43B0EE140A7D}" srcOrd="2" destOrd="0" presId="urn:microsoft.com/office/officeart/2005/8/layout/process4"/>
    <dgm:cxn modelId="{4AE8BF7A-9385-40F6-BB37-5E880BDF4173}" type="presParOf" srcId="{83D0A0F4-6A13-4AFC-91BA-CFC392B06E6E}" destId="{AA28DB04-AB1A-4BC0-A889-7B3A96E4F69F}" srcOrd="3" destOrd="0" presId="urn:microsoft.com/office/officeart/2005/8/layout/process4"/>
    <dgm:cxn modelId="{B83A83DC-4244-4934-B33B-75DA426E2CDE}" type="presParOf" srcId="{77E6191F-C14F-41F2-991C-3E2014FA0758}" destId="{F7CD57C2-1F99-4D62-A945-EC96929A86E4}" srcOrd="3" destOrd="0" presId="urn:microsoft.com/office/officeart/2005/8/layout/process4"/>
    <dgm:cxn modelId="{C90B4F09-912E-4AA5-AB77-070D8F3F7772}" type="presParOf" srcId="{77E6191F-C14F-41F2-991C-3E2014FA0758}" destId="{E3735240-563C-4B2D-B4BE-9CBC8FAB8746}" srcOrd="4" destOrd="0" presId="urn:microsoft.com/office/officeart/2005/8/layout/process4"/>
    <dgm:cxn modelId="{C8041237-039B-4DD6-AB44-AE4747CE1261}" type="presParOf" srcId="{E3735240-563C-4B2D-B4BE-9CBC8FAB8746}" destId="{BBFEF484-C51F-431E-8128-72C8B6633974}" srcOrd="0" destOrd="0" presId="urn:microsoft.com/office/officeart/2005/8/layout/process4"/>
    <dgm:cxn modelId="{EBFE8937-7B2E-4EC0-8DCB-349DEE5D409C}" type="presParOf" srcId="{E3735240-563C-4B2D-B4BE-9CBC8FAB8746}" destId="{2330EF33-2EA4-474B-8391-E801412CD258}" srcOrd="1" destOrd="0" presId="urn:microsoft.com/office/officeart/2005/8/layout/process4"/>
    <dgm:cxn modelId="{B69CE229-7D6D-4C76-9C2C-49F1809318FC}" type="presParOf" srcId="{E3735240-563C-4B2D-B4BE-9CBC8FAB8746}" destId="{A9F10DEE-9288-4A12-9E16-B59DC36CDCF4}" srcOrd="2" destOrd="0" presId="urn:microsoft.com/office/officeart/2005/8/layout/process4"/>
    <dgm:cxn modelId="{236AD326-3EE9-4357-B24B-0529A9C5EA37}" type="presParOf" srcId="{A9F10DEE-9288-4A12-9E16-B59DC36CDCF4}" destId="{79C44C30-C67B-4A11-A997-D0ED0FE3912E}" srcOrd="0" destOrd="0" presId="urn:microsoft.com/office/officeart/2005/8/layout/process4"/>
    <dgm:cxn modelId="{855A970A-C548-42E8-946A-E445FA24F4C4}" type="presParOf" srcId="{77E6191F-C14F-41F2-991C-3E2014FA0758}" destId="{B24BCEC9-C21C-4F83-8DB1-6AEC1CD274C1}" srcOrd="5" destOrd="0" presId="urn:microsoft.com/office/officeart/2005/8/layout/process4"/>
    <dgm:cxn modelId="{C06CB8F7-5999-4876-844D-FEE3839DDDAC}" type="presParOf" srcId="{77E6191F-C14F-41F2-991C-3E2014FA0758}" destId="{595FB7AE-B50F-4641-A110-07CA58C59241}" srcOrd="6" destOrd="0" presId="urn:microsoft.com/office/officeart/2005/8/layout/process4"/>
    <dgm:cxn modelId="{F28838B7-4DE7-4ADE-B86F-C012937486FC}" type="presParOf" srcId="{595FB7AE-B50F-4641-A110-07CA58C59241}" destId="{56B241F4-7AFB-4592-AF83-535F84613968}" srcOrd="0" destOrd="0" presId="urn:microsoft.com/office/officeart/2005/8/layout/process4"/>
    <dgm:cxn modelId="{79544ED1-8FC2-469D-B1F9-9BF2B5133D32}" type="presParOf" srcId="{595FB7AE-B50F-4641-A110-07CA58C59241}" destId="{D13EFCBF-ABBC-4B16-B284-A60FD4C8FF61}" srcOrd="1" destOrd="0" presId="urn:microsoft.com/office/officeart/2005/8/layout/process4"/>
    <dgm:cxn modelId="{F8066644-9153-48D9-A6F8-862AE1E4890E}" type="presParOf" srcId="{595FB7AE-B50F-4641-A110-07CA58C59241}" destId="{901B2080-A412-4F36-BB9B-9CCAFD2A5E15}" srcOrd="2" destOrd="0" presId="urn:microsoft.com/office/officeart/2005/8/layout/process4"/>
    <dgm:cxn modelId="{BC8D1751-55F3-41B8-B93A-1954CA406218}" type="presParOf" srcId="{901B2080-A412-4F36-BB9B-9CCAFD2A5E15}" destId="{461021C5-7574-48A1-BCD6-7420B01CC878}" srcOrd="0" destOrd="0" presId="urn:microsoft.com/office/officeart/2005/8/layout/process4"/>
    <dgm:cxn modelId="{6B795092-E4FD-4573-BF8B-C65F07945EF3}" type="presParOf" srcId="{901B2080-A412-4F36-BB9B-9CCAFD2A5E15}" destId="{5EFD26B3-DE44-447D-8D0F-22937695EA01}" srcOrd="1" destOrd="0" presId="urn:microsoft.com/office/officeart/2005/8/layout/process4"/>
    <dgm:cxn modelId="{08FAFB64-951D-4664-8E39-D1F92087BFCD}" type="presParOf" srcId="{77E6191F-C14F-41F2-991C-3E2014FA0758}" destId="{B9C16FBB-3EA4-4197-B78B-A09DE9DF0B60}" srcOrd="7" destOrd="0" presId="urn:microsoft.com/office/officeart/2005/8/layout/process4"/>
    <dgm:cxn modelId="{CEA9A180-3414-4BCD-A8DA-E9157A768DAF}" type="presParOf" srcId="{77E6191F-C14F-41F2-991C-3E2014FA0758}" destId="{AF4DCA73-F50B-46A1-B592-672EEB7909C9}" srcOrd="8" destOrd="0" presId="urn:microsoft.com/office/officeart/2005/8/layout/process4"/>
    <dgm:cxn modelId="{B6B8E46F-1197-4934-B7ED-8595ACF1DEBD}" type="presParOf" srcId="{AF4DCA73-F50B-46A1-B592-672EEB7909C9}" destId="{26B89127-D46C-4F12-8C00-63B2A26C9BA3}" srcOrd="0" destOrd="0" presId="urn:microsoft.com/office/officeart/2005/8/layout/process4"/>
    <dgm:cxn modelId="{9AFF234A-E55A-4F24-BC85-E920FA463563}" type="presParOf" srcId="{AF4DCA73-F50B-46A1-B592-672EEB7909C9}" destId="{6B08EF4A-60DC-4AEF-B1D0-8C992611CB3A}" srcOrd="1" destOrd="0" presId="urn:microsoft.com/office/officeart/2005/8/layout/process4"/>
    <dgm:cxn modelId="{A2C0AAEB-1A9D-4879-BFB5-499D0E2BD196}" type="presParOf" srcId="{AF4DCA73-F50B-46A1-B592-672EEB7909C9}" destId="{67C08AA9-B96E-48F7-B303-D6E79E7E199B}" srcOrd="2" destOrd="0" presId="urn:microsoft.com/office/officeart/2005/8/layout/process4"/>
    <dgm:cxn modelId="{620291DA-01D4-4A2B-AEDB-EB1F5B2FCFCF}" type="presParOf" srcId="{67C08AA9-B96E-48F7-B303-D6E79E7E199B}" destId="{F61B17BE-4C5A-494D-BCA4-80A579CFCD6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30086F6-AA09-4B8A-9544-42DEF4EB1824}"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n-GB"/>
        </a:p>
      </dgm:t>
    </dgm:pt>
    <dgm:pt modelId="{723FFE20-64A2-4A59-B224-2CB40058B4A4}">
      <dgm:prSet phldrT="[Text]" phldr="0"/>
      <dgm:spPr/>
      <dgm:t>
        <a:bodyPr/>
        <a:lstStyle/>
        <a:p>
          <a:pPr rtl="0"/>
          <a:r>
            <a:rPr lang="en-GB" b="1">
              <a:solidFill>
                <a:schemeClr val="tx1"/>
              </a:solidFill>
              <a:latin typeface="Neue Haas Grotesk Text Pro"/>
            </a:rPr>
            <a:t>Current Estimators:  </a:t>
          </a:r>
          <a:r>
            <a:rPr lang="en-GB" b="0">
              <a:solidFill>
                <a:schemeClr val="tx1"/>
              </a:solidFill>
              <a:latin typeface="Neue Haas Grotesk Text Pro"/>
            </a:rPr>
            <a:t>Linear, Lasso, KNN, </a:t>
          </a:r>
          <a:r>
            <a:rPr lang="en-GB" b="0">
              <a:solidFill>
                <a:schemeClr val="tx1"/>
              </a:solidFill>
              <a:latin typeface="Neue Haas Grotesk Text Pro"/>
              <a:ea typeface="Calibri"/>
              <a:cs typeface="Calibri"/>
            </a:rPr>
            <a:t>Forest, Gradient</a:t>
          </a:r>
          <a:r>
            <a:rPr lang="en-GB" b="1">
              <a:solidFill>
                <a:schemeClr val="tx1"/>
              </a:solidFill>
              <a:latin typeface="Neue Haas Grotesk Text Pro"/>
              <a:ea typeface="Calibri"/>
              <a:cs typeface="Calibri"/>
            </a:rPr>
            <a:t>  </a:t>
          </a:r>
          <a:r>
            <a:rPr lang="en-GB">
              <a:solidFill>
                <a:schemeClr val="tx1"/>
              </a:solidFill>
              <a:latin typeface="Neue Haas Grotesk Text Pro"/>
              <a:ea typeface="Calibri"/>
              <a:cs typeface="Calibri"/>
            </a:rPr>
            <a:t> </a:t>
          </a:r>
        </a:p>
      </dgm:t>
    </dgm:pt>
    <dgm:pt modelId="{70EDE229-21D0-4EC5-BC8C-9A32BF42E70E}" type="parTrans" cxnId="{1E6ABDC4-D7DF-4249-AC13-17B934D92E26}">
      <dgm:prSet/>
      <dgm:spPr/>
      <dgm:t>
        <a:bodyPr/>
        <a:lstStyle/>
        <a:p>
          <a:endParaRPr lang="en-GB"/>
        </a:p>
      </dgm:t>
    </dgm:pt>
    <dgm:pt modelId="{4AAD5602-30C5-456E-9F25-09AE9A23CD4D}" type="sibTrans" cxnId="{1E6ABDC4-D7DF-4249-AC13-17B934D92E26}">
      <dgm:prSet/>
      <dgm:spPr/>
      <dgm:t>
        <a:bodyPr/>
        <a:lstStyle/>
        <a:p>
          <a:endParaRPr lang="en-GB"/>
        </a:p>
      </dgm:t>
    </dgm:pt>
    <dgm:pt modelId="{FEB29250-0504-4775-979F-6441C2BB3EFE}">
      <dgm:prSet phldrT="[Text]" phldr="0"/>
      <dgm:spPr/>
      <dgm:t>
        <a:bodyPr/>
        <a:lstStyle/>
        <a:p>
          <a:r>
            <a:rPr lang="en-GB">
              <a:solidFill>
                <a:schemeClr val="tx1"/>
              </a:solidFill>
              <a:latin typeface="Calibri"/>
              <a:ea typeface="Calibri"/>
              <a:cs typeface="Calibri"/>
            </a:rPr>
            <a:t>Ensemble MAE: 6.309</a:t>
          </a:r>
          <a:endParaRPr lang="en-GB">
            <a:solidFill>
              <a:schemeClr val="tx1"/>
            </a:solidFill>
          </a:endParaRPr>
        </a:p>
      </dgm:t>
    </dgm:pt>
    <dgm:pt modelId="{E461111A-5A12-4F24-AF68-DA4CB426F7F5}" type="parTrans" cxnId="{6436F5EA-EEAC-4A2A-9DFB-3ECC23F06996}">
      <dgm:prSet/>
      <dgm:spPr/>
      <dgm:t>
        <a:bodyPr/>
        <a:lstStyle/>
        <a:p>
          <a:endParaRPr lang="en-GB"/>
        </a:p>
      </dgm:t>
    </dgm:pt>
    <dgm:pt modelId="{CFA7284B-7341-4DA1-ABD8-08901B604077}" type="sibTrans" cxnId="{6436F5EA-EEAC-4A2A-9DFB-3ECC23F06996}">
      <dgm:prSet/>
      <dgm:spPr/>
      <dgm:t>
        <a:bodyPr/>
        <a:lstStyle/>
        <a:p>
          <a:endParaRPr lang="en-GB"/>
        </a:p>
      </dgm:t>
    </dgm:pt>
    <dgm:pt modelId="{1AA626A7-43A1-4B4A-884F-8ED81A311825}">
      <dgm:prSet phldrT="[Text]" phldr="0"/>
      <dgm:spPr/>
      <dgm:t>
        <a:bodyPr/>
        <a:lstStyle/>
        <a:p>
          <a:pPr rtl="0"/>
          <a:r>
            <a:rPr lang="en-GB">
              <a:solidFill>
                <a:schemeClr val="tx1"/>
              </a:solidFill>
              <a:latin typeface="Calibri"/>
              <a:ea typeface="Calibri"/>
              <a:cs typeface="Calibri"/>
            </a:rPr>
            <a:t>Ensemble </a:t>
          </a:r>
          <a:r>
            <a:rPr lang="en-GB" err="1">
              <a:solidFill>
                <a:schemeClr val="tx1"/>
              </a:solidFill>
              <a:latin typeface="Calibri"/>
              <a:ea typeface="Calibri"/>
              <a:cs typeface="Calibri"/>
            </a:rPr>
            <a:t>MedAE</a:t>
          </a:r>
          <a:r>
            <a:rPr lang="en-GB">
              <a:solidFill>
                <a:schemeClr val="tx1"/>
              </a:solidFill>
              <a:latin typeface="Calibri"/>
              <a:ea typeface="Calibri"/>
              <a:cs typeface="Calibri"/>
            </a:rPr>
            <a:t>: 4.113</a:t>
          </a:r>
          <a:endParaRPr lang="en-GB">
            <a:solidFill>
              <a:schemeClr val="tx1"/>
            </a:solidFill>
          </a:endParaRPr>
        </a:p>
      </dgm:t>
    </dgm:pt>
    <dgm:pt modelId="{BC1F4671-0918-45BA-BB55-BD5A0B2AB7F8}" type="parTrans" cxnId="{9E042FDF-39FC-4ED7-AFBB-E061356E7B3E}">
      <dgm:prSet/>
      <dgm:spPr/>
      <dgm:t>
        <a:bodyPr/>
        <a:lstStyle/>
        <a:p>
          <a:endParaRPr lang="en-GB"/>
        </a:p>
      </dgm:t>
    </dgm:pt>
    <dgm:pt modelId="{CB0D1DEA-0D03-4D85-8911-3A21F149F2F1}" type="sibTrans" cxnId="{9E042FDF-39FC-4ED7-AFBB-E061356E7B3E}">
      <dgm:prSet/>
      <dgm:spPr/>
      <dgm:t>
        <a:bodyPr/>
        <a:lstStyle/>
        <a:p>
          <a:endParaRPr lang="en-GB"/>
        </a:p>
      </dgm:t>
    </dgm:pt>
    <dgm:pt modelId="{2A7E18F1-F309-4661-9AFF-03C9E3A8EA03}">
      <dgm:prSet phldr="0"/>
      <dgm:spPr/>
      <dgm:t>
        <a:bodyPr/>
        <a:lstStyle/>
        <a:p>
          <a:pPr rtl="0"/>
          <a:r>
            <a:rPr lang="en-GB">
              <a:solidFill>
                <a:schemeClr val="tx1"/>
              </a:solidFill>
              <a:latin typeface="Calibri"/>
              <a:ea typeface="Calibri"/>
              <a:cs typeface="Calibri"/>
            </a:rPr>
            <a:t>Ensemble MSE: 88.596</a:t>
          </a:r>
        </a:p>
      </dgm:t>
    </dgm:pt>
    <dgm:pt modelId="{9BE8CCA9-AB05-472A-8340-064D78076669}" type="parTrans" cxnId="{01411DF7-8FCD-47B0-ACA3-30E83CF84F9E}">
      <dgm:prSet/>
      <dgm:spPr/>
    </dgm:pt>
    <dgm:pt modelId="{143E4F3C-1277-41F3-9BF1-422A392CA9BE}" type="sibTrans" cxnId="{01411DF7-8FCD-47B0-ACA3-30E83CF84F9E}">
      <dgm:prSet/>
      <dgm:spPr/>
    </dgm:pt>
    <dgm:pt modelId="{46E8470A-4FCE-4AD1-B7F0-546B310A5685}">
      <dgm:prSet phldr="0"/>
      <dgm:spPr/>
      <dgm:t>
        <a:bodyPr/>
        <a:lstStyle/>
        <a:p>
          <a:pPr rtl="0"/>
          <a:r>
            <a:rPr lang="en-GB">
              <a:solidFill>
                <a:schemeClr val="tx1"/>
              </a:solidFill>
              <a:latin typeface="Neue Haas Grotesk Text Pro"/>
              <a:ea typeface="Calibri"/>
              <a:cs typeface="Calibri"/>
            </a:rPr>
            <a:t> </a:t>
          </a:r>
          <a:r>
            <a:rPr lang="en-GB">
              <a:solidFill>
                <a:schemeClr val="tx1"/>
              </a:solidFill>
              <a:latin typeface="Calibri"/>
              <a:ea typeface="Calibri"/>
              <a:cs typeface="Calibri"/>
            </a:rPr>
            <a:t>Ensemble R2: 0.939</a:t>
          </a:r>
          <a:endParaRPr lang="en-GB">
            <a:solidFill>
              <a:schemeClr val="tx1"/>
            </a:solidFill>
          </a:endParaRPr>
        </a:p>
      </dgm:t>
    </dgm:pt>
    <dgm:pt modelId="{72F26C63-FC2F-4B0A-9C70-460F98A7D033}" type="parTrans" cxnId="{098E1203-88F1-4F30-ABE3-2E598CED1822}">
      <dgm:prSet/>
      <dgm:spPr/>
    </dgm:pt>
    <dgm:pt modelId="{1868D1F2-7B5F-462C-BB3D-0D702301CF29}" type="sibTrans" cxnId="{098E1203-88F1-4F30-ABE3-2E598CED1822}">
      <dgm:prSet/>
      <dgm:spPr/>
    </dgm:pt>
    <dgm:pt modelId="{0D9BEBCB-7111-41DE-80BD-B2F1FAFB5B26}">
      <dgm:prSet phldr="0"/>
      <dgm:spPr/>
      <dgm:t>
        <a:bodyPr/>
        <a:lstStyle/>
        <a:p>
          <a:pPr rtl="0"/>
          <a:r>
            <a:rPr lang="en-GB">
              <a:solidFill>
                <a:schemeClr val="tx1"/>
              </a:solidFill>
              <a:latin typeface="Calibri"/>
              <a:ea typeface="Calibri"/>
              <a:cs typeface="Calibri"/>
            </a:rPr>
            <a:t>Cross Val Score:       [0.936, 0.947, 0.947, 0.938, 0.920]</a:t>
          </a:r>
          <a:endParaRPr lang="en-GB">
            <a:solidFill>
              <a:schemeClr val="tx1"/>
            </a:solidFill>
            <a:latin typeface="Neue Haas Grotesk Text Pro"/>
            <a:ea typeface="Calibri"/>
            <a:cs typeface="Calibri"/>
          </a:endParaRPr>
        </a:p>
      </dgm:t>
    </dgm:pt>
    <dgm:pt modelId="{27EEF8E1-B35F-45C6-8C2A-CF0D899A2117}" type="parTrans" cxnId="{E7667669-4505-4B4E-A679-A1DA0C34F3BC}">
      <dgm:prSet/>
      <dgm:spPr/>
    </dgm:pt>
    <dgm:pt modelId="{548C86E5-93C3-40D0-A5D0-AE18789E014F}" type="sibTrans" cxnId="{E7667669-4505-4B4E-A679-A1DA0C34F3BC}">
      <dgm:prSet/>
      <dgm:spPr/>
    </dgm:pt>
    <dgm:pt modelId="{BE95B37E-88F7-4CA8-B74D-2E6BCA7F85A3}" type="pres">
      <dgm:prSet presAssocID="{630086F6-AA09-4B8A-9544-42DEF4EB1824}" presName="Name0" presStyleCnt="0">
        <dgm:presLayoutVars>
          <dgm:chPref val="1"/>
          <dgm:dir/>
          <dgm:animOne val="branch"/>
          <dgm:animLvl val="lvl"/>
          <dgm:resizeHandles/>
        </dgm:presLayoutVars>
      </dgm:prSet>
      <dgm:spPr/>
    </dgm:pt>
    <dgm:pt modelId="{CF3A517D-412E-4DCB-BAA5-F34EA609BC6A}" type="pres">
      <dgm:prSet presAssocID="{723FFE20-64A2-4A59-B224-2CB40058B4A4}" presName="vertOne" presStyleCnt="0"/>
      <dgm:spPr/>
    </dgm:pt>
    <dgm:pt modelId="{A9A3A264-15EC-4D5D-9FFC-32A91B1618F1}" type="pres">
      <dgm:prSet presAssocID="{723FFE20-64A2-4A59-B224-2CB40058B4A4}" presName="txOne" presStyleLbl="node0" presStyleIdx="0" presStyleCnt="1">
        <dgm:presLayoutVars>
          <dgm:chPref val="3"/>
        </dgm:presLayoutVars>
      </dgm:prSet>
      <dgm:spPr>
        <a:solidFill>
          <a:srgbClr val="A81111"/>
        </a:solidFill>
      </dgm:spPr>
    </dgm:pt>
    <dgm:pt modelId="{94371986-1936-4944-B99C-C9FCFE42A86D}" type="pres">
      <dgm:prSet presAssocID="{723FFE20-64A2-4A59-B224-2CB40058B4A4}" presName="parTransOne" presStyleCnt="0"/>
      <dgm:spPr/>
    </dgm:pt>
    <dgm:pt modelId="{FC7F6CC7-7CFD-4069-93FD-1A9CF49B2C83}" type="pres">
      <dgm:prSet presAssocID="{723FFE20-64A2-4A59-B224-2CB40058B4A4}" presName="horzOne" presStyleCnt="0"/>
      <dgm:spPr/>
    </dgm:pt>
    <dgm:pt modelId="{92A4D98F-3E2C-43F7-8E20-7DAB678D1BA5}" type="pres">
      <dgm:prSet presAssocID="{0D9BEBCB-7111-41DE-80BD-B2F1FAFB5B26}" presName="vertTwo" presStyleCnt="0"/>
      <dgm:spPr/>
    </dgm:pt>
    <dgm:pt modelId="{18CBF312-07A7-4BFE-BCC9-A6C093E68173}" type="pres">
      <dgm:prSet presAssocID="{0D9BEBCB-7111-41DE-80BD-B2F1FAFB5B26}" presName="txTwo" presStyleLbl="node2" presStyleIdx="0" presStyleCnt="1">
        <dgm:presLayoutVars>
          <dgm:chPref val="3"/>
        </dgm:presLayoutVars>
      </dgm:prSet>
      <dgm:spPr>
        <a:solidFill>
          <a:srgbClr val="A81111"/>
        </a:solidFill>
      </dgm:spPr>
    </dgm:pt>
    <dgm:pt modelId="{CB61A682-FFA8-47D0-AE37-E20C970D61C8}" type="pres">
      <dgm:prSet presAssocID="{0D9BEBCB-7111-41DE-80BD-B2F1FAFB5B26}" presName="parTransTwo" presStyleCnt="0"/>
      <dgm:spPr/>
    </dgm:pt>
    <dgm:pt modelId="{D0E753A5-0922-4CC8-9C63-AF921B8E0DF9}" type="pres">
      <dgm:prSet presAssocID="{0D9BEBCB-7111-41DE-80BD-B2F1FAFB5B26}" presName="horzTwo" presStyleCnt="0"/>
      <dgm:spPr/>
    </dgm:pt>
    <dgm:pt modelId="{ECBB5B2F-1965-4167-9649-886360489026}" type="pres">
      <dgm:prSet presAssocID="{46E8470A-4FCE-4AD1-B7F0-546B310A5685}" presName="vertThree" presStyleCnt="0"/>
      <dgm:spPr/>
    </dgm:pt>
    <dgm:pt modelId="{F33FE6BE-3B44-4C53-AC24-610CEC853D0D}" type="pres">
      <dgm:prSet presAssocID="{46E8470A-4FCE-4AD1-B7F0-546B310A5685}" presName="txThree" presStyleLbl="node3" presStyleIdx="0" presStyleCnt="4">
        <dgm:presLayoutVars>
          <dgm:chPref val="3"/>
        </dgm:presLayoutVars>
      </dgm:prSet>
      <dgm:spPr>
        <a:solidFill>
          <a:srgbClr val="A81111"/>
        </a:solidFill>
      </dgm:spPr>
    </dgm:pt>
    <dgm:pt modelId="{556A3CDC-4245-4680-B15C-762A77B9F6FE}" type="pres">
      <dgm:prSet presAssocID="{46E8470A-4FCE-4AD1-B7F0-546B310A5685}" presName="horzThree" presStyleCnt="0"/>
      <dgm:spPr/>
    </dgm:pt>
    <dgm:pt modelId="{AEFB2969-75EB-4F36-B9CE-7C2688E8B01C}" type="pres">
      <dgm:prSet presAssocID="{1868D1F2-7B5F-462C-BB3D-0D702301CF29}" presName="sibSpaceThree" presStyleCnt="0"/>
      <dgm:spPr/>
    </dgm:pt>
    <dgm:pt modelId="{330CBBAB-9B78-4AC4-843B-64139F1D07E2}" type="pres">
      <dgm:prSet presAssocID="{FEB29250-0504-4775-979F-6441C2BB3EFE}" presName="vertThree" presStyleCnt="0"/>
      <dgm:spPr/>
    </dgm:pt>
    <dgm:pt modelId="{7AAD4EFA-92E8-423E-80BD-6499F7CDB507}" type="pres">
      <dgm:prSet presAssocID="{FEB29250-0504-4775-979F-6441C2BB3EFE}" presName="txThree" presStyleLbl="node3" presStyleIdx="1" presStyleCnt="4">
        <dgm:presLayoutVars>
          <dgm:chPref val="3"/>
        </dgm:presLayoutVars>
      </dgm:prSet>
      <dgm:spPr>
        <a:solidFill>
          <a:srgbClr val="A81111"/>
        </a:solidFill>
      </dgm:spPr>
    </dgm:pt>
    <dgm:pt modelId="{C05998A4-5A5B-4AB5-994E-1CD6F4E3DC8A}" type="pres">
      <dgm:prSet presAssocID="{FEB29250-0504-4775-979F-6441C2BB3EFE}" presName="horzThree" presStyleCnt="0"/>
      <dgm:spPr/>
    </dgm:pt>
    <dgm:pt modelId="{62596461-083B-4CBF-934C-3DD26A4F8ADF}" type="pres">
      <dgm:prSet presAssocID="{CFA7284B-7341-4DA1-ABD8-08901B604077}" presName="sibSpaceThree" presStyleCnt="0"/>
      <dgm:spPr/>
    </dgm:pt>
    <dgm:pt modelId="{C49E9019-FC4C-495E-9F27-747E5154CCE7}" type="pres">
      <dgm:prSet presAssocID="{1AA626A7-43A1-4B4A-884F-8ED81A311825}" presName="vertThree" presStyleCnt="0"/>
      <dgm:spPr/>
    </dgm:pt>
    <dgm:pt modelId="{FA2F7C84-FB59-4D47-8D8A-97E54E5F029F}" type="pres">
      <dgm:prSet presAssocID="{1AA626A7-43A1-4B4A-884F-8ED81A311825}" presName="txThree" presStyleLbl="node3" presStyleIdx="2" presStyleCnt="4">
        <dgm:presLayoutVars>
          <dgm:chPref val="3"/>
        </dgm:presLayoutVars>
      </dgm:prSet>
      <dgm:spPr>
        <a:solidFill>
          <a:srgbClr val="A81111"/>
        </a:solidFill>
      </dgm:spPr>
    </dgm:pt>
    <dgm:pt modelId="{6A7BB6F3-56DB-4977-8634-395E798B404A}" type="pres">
      <dgm:prSet presAssocID="{1AA626A7-43A1-4B4A-884F-8ED81A311825}" presName="horzThree" presStyleCnt="0"/>
      <dgm:spPr/>
    </dgm:pt>
    <dgm:pt modelId="{5B05F4C7-B023-4729-85AA-AFA3C9D40B9F}" type="pres">
      <dgm:prSet presAssocID="{CB0D1DEA-0D03-4D85-8911-3A21F149F2F1}" presName="sibSpaceThree" presStyleCnt="0"/>
      <dgm:spPr/>
    </dgm:pt>
    <dgm:pt modelId="{9F99F308-7326-419B-88EC-D32D8B6BB65D}" type="pres">
      <dgm:prSet presAssocID="{2A7E18F1-F309-4661-9AFF-03C9E3A8EA03}" presName="vertThree" presStyleCnt="0"/>
      <dgm:spPr/>
    </dgm:pt>
    <dgm:pt modelId="{CBBF2DCA-3361-4350-A9E0-111401D9FB06}" type="pres">
      <dgm:prSet presAssocID="{2A7E18F1-F309-4661-9AFF-03C9E3A8EA03}" presName="txThree" presStyleLbl="node3" presStyleIdx="3" presStyleCnt="4">
        <dgm:presLayoutVars>
          <dgm:chPref val="3"/>
        </dgm:presLayoutVars>
      </dgm:prSet>
      <dgm:spPr>
        <a:solidFill>
          <a:srgbClr val="A81111"/>
        </a:solidFill>
      </dgm:spPr>
    </dgm:pt>
    <dgm:pt modelId="{F2F5FAA8-7BE9-48CF-B2D9-531EB757D31C}" type="pres">
      <dgm:prSet presAssocID="{2A7E18F1-F309-4661-9AFF-03C9E3A8EA03}" presName="horzThree" presStyleCnt="0"/>
      <dgm:spPr/>
    </dgm:pt>
  </dgm:ptLst>
  <dgm:cxnLst>
    <dgm:cxn modelId="{098E1203-88F1-4F30-ABE3-2E598CED1822}" srcId="{0D9BEBCB-7111-41DE-80BD-B2F1FAFB5B26}" destId="{46E8470A-4FCE-4AD1-B7F0-546B310A5685}" srcOrd="0" destOrd="0" parTransId="{72F26C63-FC2F-4B0A-9C70-460F98A7D033}" sibTransId="{1868D1F2-7B5F-462C-BB3D-0D702301CF29}"/>
    <dgm:cxn modelId="{0347F016-606D-4F08-ACB4-1D7982923E94}" type="presOf" srcId="{723FFE20-64A2-4A59-B224-2CB40058B4A4}" destId="{A9A3A264-15EC-4D5D-9FFC-32A91B1618F1}" srcOrd="0" destOrd="0" presId="urn:microsoft.com/office/officeart/2005/8/layout/hierarchy4"/>
    <dgm:cxn modelId="{BDB3A224-60D9-4A8A-807B-115F71958676}" type="presOf" srcId="{FEB29250-0504-4775-979F-6441C2BB3EFE}" destId="{7AAD4EFA-92E8-423E-80BD-6499F7CDB507}" srcOrd="0" destOrd="0" presId="urn:microsoft.com/office/officeart/2005/8/layout/hierarchy4"/>
    <dgm:cxn modelId="{B989853E-D2BB-4026-BC2E-7BB64D02401E}" type="presOf" srcId="{1AA626A7-43A1-4B4A-884F-8ED81A311825}" destId="{FA2F7C84-FB59-4D47-8D8A-97E54E5F029F}" srcOrd="0" destOrd="0" presId="urn:microsoft.com/office/officeart/2005/8/layout/hierarchy4"/>
    <dgm:cxn modelId="{55937565-CFF0-40CB-BF37-5737A1766F9B}" type="presOf" srcId="{630086F6-AA09-4B8A-9544-42DEF4EB1824}" destId="{BE95B37E-88F7-4CA8-B74D-2E6BCA7F85A3}" srcOrd="0" destOrd="0" presId="urn:microsoft.com/office/officeart/2005/8/layout/hierarchy4"/>
    <dgm:cxn modelId="{E7667669-4505-4B4E-A679-A1DA0C34F3BC}" srcId="{723FFE20-64A2-4A59-B224-2CB40058B4A4}" destId="{0D9BEBCB-7111-41DE-80BD-B2F1FAFB5B26}" srcOrd="0" destOrd="0" parTransId="{27EEF8E1-B35F-45C6-8C2A-CF0D899A2117}" sibTransId="{548C86E5-93C3-40D0-A5D0-AE18789E014F}"/>
    <dgm:cxn modelId="{050F9549-E58C-4BFF-A7AF-165EC88E0A2A}" type="presOf" srcId="{0D9BEBCB-7111-41DE-80BD-B2F1FAFB5B26}" destId="{18CBF312-07A7-4BFE-BCC9-A6C093E68173}" srcOrd="0" destOrd="0" presId="urn:microsoft.com/office/officeart/2005/8/layout/hierarchy4"/>
    <dgm:cxn modelId="{25C5ECB8-669D-4C94-88EE-5A2BA1A0EB34}" type="presOf" srcId="{46E8470A-4FCE-4AD1-B7F0-546B310A5685}" destId="{F33FE6BE-3B44-4C53-AC24-610CEC853D0D}" srcOrd="0" destOrd="0" presId="urn:microsoft.com/office/officeart/2005/8/layout/hierarchy4"/>
    <dgm:cxn modelId="{1E6ABDC4-D7DF-4249-AC13-17B934D92E26}" srcId="{630086F6-AA09-4B8A-9544-42DEF4EB1824}" destId="{723FFE20-64A2-4A59-B224-2CB40058B4A4}" srcOrd="0" destOrd="0" parTransId="{70EDE229-21D0-4EC5-BC8C-9A32BF42E70E}" sibTransId="{4AAD5602-30C5-456E-9F25-09AE9A23CD4D}"/>
    <dgm:cxn modelId="{9E042FDF-39FC-4ED7-AFBB-E061356E7B3E}" srcId="{0D9BEBCB-7111-41DE-80BD-B2F1FAFB5B26}" destId="{1AA626A7-43A1-4B4A-884F-8ED81A311825}" srcOrd="2" destOrd="0" parTransId="{BC1F4671-0918-45BA-BB55-BD5A0B2AB7F8}" sibTransId="{CB0D1DEA-0D03-4D85-8911-3A21F149F2F1}"/>
    <dgm:cxn modelId="{6436F5EA-EEAC-4A2A-9DFB-3ECC23F06996}" srcId="{0D9BEBCB-7111-41DE-80BD-B2F1FAFB5B26}" destId="{FEB29250-0504-4775-979F-6441C2BB3EFE}" srcOrd="1" destOrd="0" parTransId="{E461111A-5A12-4F24-AF68-DA4CB426F7F5}" sibTransId="{CFA7284B-7341-4DA1-ABD8-08901B604077}"/>
    <dgm:cxn modelId="{01411DF7-8FCD-47B0-ACA3-30E83CF84F9E}" srcId="{0D9BEBCB-7111-41DE-80BD-B2F1FAFB5B26}" destId="{2A7E18F1-F309-4661-9AFF-03C9E3A8EA03}" srcOrd="3" destOrd="0" parTransId="{9BE8CCA9-AB05-472A-8340-064D78076669}" sibTransId="{143E4F3C-1277-41F3-9BF1-422A392CA9BE}"/>
    <dgm:cxn modelId="{40E66BFD-204C-4D87-B425-BDD8E6639597}" type="presOf" srcId="{2A7E18F1-F309-4661-9AFF-03C9E3A8EA03}" destId="{CBBF2DCA-3361-4350-A9E0-111401D9FB06}" srcOrd="0" destOrd="0" presId="urn:microsoft.com/office/officeart/2005/8/layout/hierarchy4"/>
    <dgm:cxn modelId="{87480887-A6D3-4A30-B528-1E1FB12A0287}" type="presParOf" srcId="{BE95B37E-88F7-4CA8-B74D-2E6BCA7F85A3}" destId="{CF3A517D-412E-4DCB-BAA5-F34EA609BC6A}" srcOrd="0" destOrd="0" presId="urn:microsoft.com/office/officeart/2005/8/layout/hierarchy4"/>
    <dgm:cxn modelId="{4B43DEA8-6A9B-4D17-A4B7-411D658909D9}" type="presParOf" srcId="{CF3A517D-412E-4DCB-BAA5-F34EA609BC6A}" destId="{A9A3A264-15EC-4D5D-9FFC-32A91B1618F1}" srcOrd="0" destOrd="0" presId="urn:microsoft.com/office/officeart/2005/8/layout/hierarchy4"/>
    <dgm:cxn modelId="{BD02F90A-7055-4D4E-BEFE-1FECA1602A14}" type="presParOf" srcId="{CF3A517D-412E-4DCB-BAA5-F34EA609BC6A}" destId="{94371986-1936-4944-B99C-C9FCFE42A86D}" srcOrd="1" destOrd="0" presId="urn:microsoft.com/office/officeart/2005/8/layout/hierarchy4"/>
    <dgm:cxn modelId="{0BB43DC0-EA38-485F-929F-8115CD6E05FF}" type="presParOf" srcId="{CF3A517D-412E-4DCB-BAA5-F34EA609BC6A}" destId="{FC7F6CC7-7CFD-4069-93FD-1A9CF49B2C83}" srcOrd="2" destOrd="0" presId="urn:microsoft.com/office/officeart/2005/8/layout/hierarchy4"/>
    <dgm:cxn modelId="{1D06B4BA-4B4F-4583-AC18-28FC54367A61}" type="presParOf" srcId="{FC7F6CC7-7CFD-4069-93FD-1A9CF49B2C83}" destId="{92A4D98F-3E2C-43F7-8E20-7DAB678D1BA5}" srcOrd="0" destOrd="0" presId="urn:microsoft.com/office/officeart/2005/8/layout/hierarchy4"/>
    <dgm:cxn modelId="{3E5EFF46-833A-4EE7-8079-FF9D0803E928}" type="presParOf" srcId="{92A4D98F-3E2C-43F7-8E20-7DAB678D1BA5}" destId="{18CBF312-07A7-4BFE-BCC9-A6C093E68173}" srcOrd="0" destOrd="0" presId="urn:microsoft.com/office/officeart/2005/8/layout/hierarchy4"/>
    <dgm:cxn modelId="{F258AA1B-E617-460B-8A2D-F7C9D68B736D}" type="presParOf" srcId="{92A4D98F-3E2C-43F7-8E20-7DAB678D1BA5}" destId="{CB61A682-FFA8-47D0-AE37-E20C970D61C8}" srcOrd="1" destOrd="0" presId="urn:microsoft.com/office/officeart/2005/8/layout/hierarchy4"/>
    <dgm:cxn modelId="{C722418B-0B91-43FA-AC23-A63B26312BBD}" type="presParOf" srcId="{92A4D98F-3E2C-43F7-8E20-7DAB678D1BA5}" destId="{D0E753A5-0922-4CC8-9C63-AF921B8E0DF9}" srcOrd="2" destOrd="0" presId="urn:microsoft.com/office/officeart/2005/8/layout/hierarchy4"/>
    <dgm:cxn modelId="{6B53AE91-4F9B-4928-A454-0B2F05B8889C}" type="presParOf" srcId="{D0E753A5-0922-4CC8-9C63-AF921B8E0DF9}" destId="{ECBB5B2F-1965-4167-9649-886360489026}" srcOrd="0" destOrd="0" presId="urn:microsoft.com/office/officeart/2005/8/layout/hierarchy4"/>
    <dgm:cxn modelId="{656BC904-CEB8-4662-953E-688810109AA7}" type="presParOf" srcId="{ECBB5B2F-1965-4167-9649-886360489026}" destId="{F33FE6BE-3B44-4C53-AC24-610CEC853D0D}" srcOrd="0" destOrd="0" presId="urn:microsoft.com/office/officeart/2005/8/layout/hierarchy4"/>
    <dgm:cxn modelId="{0D7CFE0B-28BD-4C77-A996-20B401BBB572}" type="presParOf" srcId="{ECBB5B2F-1965-4167-9649-886360489026}" destId="{556A3CDC-4245-4680-B15C-762A77B9F6FE}" srcOrd="1" destOrd="0" presId="urn:microsoft.com/office/officeart/2005/8/layout/hierarchy4"/>
    <dgm:cxn modelId="{B48396BD-01F1-40A2-8212-F8417FDEC39D}" type="presParOf" srcId="{D0E753A5-0922-4CC8-9C63-AF921B8E0DF9}" destId="{AEFB2969-75EB-4F36-B9CE-7C2688E8B01C}" srcOrd="1" destOrd="0" presId="urn:microsoft.com/office/officeart/2005/8/layout/hierarchy4"/>
    <dgm:cxn modelId="{BB7E1797-EB5B-4533-8699-A3AB5187DFDB}" type="presParOf" srcId="{D0E753A5-0922-4CC8-9C63-AF921B8E0DF9}" destId="{330CBBAB-9B78-4AC4-843B-64139F1D07E2}" srcOrd="2" destOrd="0" presId="urn:microsoft.com/office/officeart/2005/8/layout/hierarchy4"/>
    <dgm:cxn modelId="{19B0C95E-B8A7-4C1F-B5F6-F4B4AD79E9F1}" type="presParOf" srcId="{330CBBAB-9B78-4AC4-843B-64139F1D07E2}" destId="{7AAD4EFA-92E8-423E-80BD-6499F7CDB507}" srcOrd="0" destOrd="0" presId="urn:microsoft.com/office/officeart/2005/8/layout/hierarchy4"/>
    <dgm:cxn modelId="{68F6F7CF-B9DA-4A06-BC67-D3352F11FB59}" type="presParOf" srcId="{330CBBAB-9B78-4AC4-843B-64139F1D07E2}" destId="{C05998A4-5A5B-4AB5-994E-1CD6F4E3DC8A}" srcOrd="1" destOrd="0" presId="urn:microsoft.com/office/officeart/2005/8/layout/hierarchy4"/>
    <dgm:cxn modelId="{33F27CEC-1DEC-4AC7-9126-848A02851F60}" type="presParOf" srcId="{D0E753A5-0922-4CC8-9C63-AF921B8E0DF9}" destId="{62596461-083B-4CBF-934C-3DD26A4F8ADF}" srcOrd="3" destOrd="0" presId="urn:microsoft.com/office/officeart/2005/8/layout/hierarchy4"/>
    <dgm:cxn modelId="{712CD08A-1CA7-40ED-AD8C-18440495C3F4}" type="presParOf" srcId="{D0E753A5-0922-4CC8-9C63-AF921B8E0DF9}" destId="{C49E9019-FC4C-495E-9F27-747E5154CCE7}" srcOrd="4" destOrd="0" presId="urn:microsoft.com/office/officeart/2005/8/layout/hierarchy4"/>
    <dgm:cxn modelId="{4F817765-B727-4FB3-8309-3F18255DBB3C}" type="presParOf" srcId="{C49E9019-FC4C-495E-9F27-747E5154CCE7}" destId="{FA2F7C84-FB59-4D47-8D8A-97E54E5F029F}" srcOrd="0" destOrd="0" presId="urn:microsoft.com/office/officeart/2005/8/layout/hierarchy4"/>
    <dgm:cxn modelId="{F09601F1-30B3-4D1E-A8D0-343F716AD2C3}" type="presParOf" srcId="{C49E9019-FC4C-495E-9F27-747E5154CCE7}" destId="{6A7BB6F3-56DB-4977-8634-395E798B404A}" srcOrd="1" destOrd="0" presId="urn:microsoft.com/office/officeart/2005/8/layout/hierarchy4"/>
    <dgm:cxn modelId="{9FE15615-4269-4DB7-BCCB-09AA2D9D0BCC}" type="presParOf" srcId="{D0E753A5-0922-4CC8-9C63-AF921B8E0DF9}" destId="{5B05F4C7-B023-4729-85AA-AFA3C9D40B9F}" srcOrd="5" destOrd="0" presId="urn:microsoft.com/office/officeart/2005/8/layout/hierarchy4"/>
    <dgm:cxn modelId="{31E1A253-16C7-4B9C-B74B-26CFD42D6044}" type="presParOf" srcId="{D0E753A5-0922-4CC8-9C63-AF921B8E0DF9}" destId="{9F99F308-7326-419B-88EC-D32D8B6BB65D}" srcOrd="6" destOrd="0" presId="urn:microsoft.com/office/officeart/2005/8/layout/hierarchy4"/>
    <dgm:cxn modelId="{2A65FC7D-99A4-471E-8487-2F021176CA31}" type="presParOf" srcId="{9F99F308-7326-419B-88EC-D32D8B6BB65D}" destId="{CBBF2DCA-3361-4350-A9E0-111401D9FB06}" srcOrd="0" destOrd="0" presId="urn:microsoft.com/office/officeart/2005/8/layout/hierarchy4"/>
    <dgm:cxn modelId="{D26B156D-E8EE-458C-9738-098BEC6F4D5D}" type="presParOf" srcId="{9F99F308-7326-419B-88EC-D32D8B6BB65D}" destId="{F2F5FAA8-7BE9-48CF-B2D9-531EB757D31C}"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30086F6-AA09-4B8A-9544-42DEF4EB1824}"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n-GB"/>
        </a:p>
      </dgm:t>
    </dgm:pt>
    <dgm:pt modelId="{723FFE20-64A2-4A59-B224-2CB40058B4A4}">
      <dgm:prSet phldrT="[Text]" phldr="0"/>
      <dgm:spPr>
        <a:solidFill>
          <a:srgbClr val="A81111"/>
        </a:solidFill>
      </dgm:spPr>
      <dgm:t>
        <a:bodyPr/>
        <a:lstStyle/>
        <a:p>
          <a:pPr rtl="0"/>
          <a:r>
            <a:rPr lang="en-GB" b="1">
              <a:solidFill>
                <a:schemeClr val="tx1"/>
              </a:solidFill>
              <a:latin typeface="Neue Haas Grotesk Text Pro"/>
            </a:rPr>
            <a:t>Current Estimators: </a:t>
          </a:r>
          <a:r>
            <a:rPr lang="en-GB" b="0">
              <a:solidFill>
                <a:schemeClr val="tx1"/>
              </a:solidFill>
              <a:latin typeface="Neue Haas Grotesk Text Pro"/>
            </a:rPr>
            <a:t>Linear, Lasso, KNN, </a:t>
          </a:r>
          <a:r>
            <a:rPr lang="en-GB" b="0">
              <a:solidFill>
                <a:schemeClr val="tx1"/>
              </a:solidFill>
              <a:latin typeface="Neue Haas Grotesk Text Pro"/>
              <a:ea typeface="Calibri"/>
              <a:cs typeface="Calibri"/>
            </a:rPr>
            <a:t>Forest, Gradient </a:t>
          </a:r>
          <a:r>
            <a:rPr lang="en-GB" b="1">
              <a:solidFill>
                <a:schemeClr val="tx1"/>
              </a:solidFill>
              <a:latin typeface="Neue Haas Grotesk Text Pro"/>
              <a:ea typeface="Calibri"/>
              <a:cs typeface="Calibri"/>
            </a:rPr>
            <a:t> </a:t>
          </a:r>
          <a:r>
            <a:rPr lang="en-GB">
              <a:solidFill>
                <a:schemeClr val="tx1"/>
              </a:solidFill>
              <a:latin typeface="Neue Haas Grotesk Text Pro"/>
              <a:ea typeface="Calibri"/>
              <a:cs typeface="Calibri"/>
            </a:rPr>
            <a:t> </a:t>
          </a:r>
        </a:p>
      </dgm:t>
    </dgm:pt>
    <dgm:pt modelId="{70EDE229-21D0-4EC5-BC8C-9A32BF42E70E}" type="parTrans" cxnId="{1E6ABDC4-D7DF-4249-AC13-17B934D92E26}">
      <dgm:prSet/>
      <dgm:spPr/>
      <dgm:t>
        <a:bodyPr/>
        <a:lstStyle/>
        <a:p>
          <a:endParaRPr lang="en-GB"/>
        </a:p>
      </dgm:t>
    </dgm:pt>
    <dgm:pt modelId="{4AAD5602-30C5-456E-9F25-09AE9A23CD4D}" type="sibTrans" cxnId="{1E6ABDC4-D7DF-4249-AC13-17B934D92E26}">
      <dgm:prSet/>
      <dgm:spPr/>
      <dgm:t>
        <a:bodyPr/>
        <a:lstStyle/>
        <a:p>
          <a:endParaRPr lang="en-GB"/>
        </a:p>
      </dgm:t>
    </dgm:pt>
    <dgm:pt modelId="{FEB29250-0504-4775-979F-6441C2BB3EFE}">
      <dgm:prSet phldrT="[Text]" phldr="0"/>
      <dgm:spPr>
        <a:solidFill>
          <a:srgbClr val="A81111"/>
        </a:solidFill>
      </dgm:spPr>
      <dgm:t>
        <a:bodyPr/>
        <a:lstStyle/>
        <a:p>
          <a:r>
            <a:rPr lang="en-GB">
              <a:solidFill>
                <a:schemeClr val="tx1"/>
              </a:solidFill>
              <a:latin typeface="Calibri"/>
              <a:ea typeface="Calibri"/>
              <a:cs typeface="Calibri"/>
            </a:rPr>
            <a:t>Ensemble MAE: 5.253</a:t>
          </a:r>
        </a:p>
      </dgm:t>
    </dgm:pt>
    <dgm:pt modelId="{E461111A-5A12-4F24-AF68-DA4CB426F7F5}" type="parTrans" cxnId="{6436F5EA-EEAC-4A2A-9DFB-3ECC23F06996}">
      <dgm:prSet/>
      <dgm:spPr/>
      <dgm:t>
        <a:bodyPr/>
        <a:lstStyle/>
        <a:p>
          <a:endParaRPr lang="en-GB"/>
        </a:p>
      </dgm:t>
    </dgm:pt>
    <dgm:pt modelId="{CFA7284B-7341-4DA1-ABD8-08901B604077}" type="sibTrans" cxnId="{6436F5EA-EEAC-4A2A-9DFB-3ECC23F06996}">
      <dgm:prSet/>
      <dgm:spPr/>
      <dgm:t>
        <a:bodyPr/>
        <a:lstStyle/>
        <a:p>
          <a:endParaRPr lang="en-GB"/>
        </a:p>
      </dgm:t>
    </dgm:pt>
    <dgm:pt modelId="{1AA626A7-43A1-4B4A-884F-8ED81A311825}">
      <dgm:prSet phldrT="[Text]" phldr="0"/>
      <dgm:spPr>
        <a:solidFill>
          <a:srgbClr val="A81111"/>
        </a:solidFill>
      </dgm:spPr>
      <dgm:t>
        <a:bodyPr/>
        <a:lstStyle/>
        <a:p>
          <a:pPr rtl="0"/>
          <a:r>
            <a:rPr lang="en-GB">
              <a:solidFill>
                <a:schemeClr val="tx1"/>
              </a:solidFill>
              <a:latin typeface="Calibri"/>
              <a:ea typeface="Calibri"/>
              <a:cs typeface="Calibri"/>
            </a:rPr>
            <a:t>Ensemble MedAE: 2.687</a:t>
          </a:r>
          <a:endParaRPr lang="en-GB">
            <a:solidFill>
              <a:schemeClr val="tx1"/>
            </a:solidFill>
          </a:endParaRPr>
        </a:p>
      </dgm:t>
    </dgm:pt>
    <dgm:pt modelId="{BC1F4671-0918-45BA-BB55-BD5A0B2AB7F8}" type="parTrans" cxnId="{9E042FDF-39FC-4ED7-AFBB-E061356E7B3E}">
      <dgm:prSet/>
      <dgm:spPr/>
      <dgm:t>
        <a:bodyPr/>
        <a:lstStyle/>
        <a:p>
          <a:endParaRPr lang="en-GB"/>
        </a:p>
      </dgm:t>
    </dgm:pt>
    <dgm:pt modelId="{CB0D1DEA-0D03-4D85-8911-3A21F149F2F1}" type="sibTrans" cxnId="{9E042FDF-39FC-4ED7-AFBB-E061356E7B3E}">
      <dgm:prSet/>
      <dgm:spPr/>
      <dgm:t>
        <a:bodyPr/>
        <a:lstStyle/>
        <a:p>
          <a:endParaRPr lang="en-GB"/>
        </a:p>
      </dgm:t>
    </dgm:pt>
    <dgm:pt modelId="{2A7E18F1-F309-4661-9AFF-03C9E3A8EA03}">
      <dgm:prSet phldr="0"/>
      <dgm:spPr>
        <a:solidFill>
          <a:srgbClr val="A81111"/>
        </a:solidFill>
      </dgm:spPr>
      <dgm:t>
        <a:bodyPr/>
        <a:lstStyle/>
        <a:p>
          <a:pPr rtl="0"/>
          <a:r>
            <a:rPr lang="en-GB">
              <a:solidFill>
                <a:schemeClr val="tx1"/>
              </a:solidFill>
              <a:latin typeface="Calibri"/>
              <a:ea typeface="Calibri"/>
              <a:cs typeface="Calibri"/>
            </a:rPr>
            <a:t>Ensemble MSE: 90.561</a:t>
          </a:r>
        </a:p>
      </dgm:t>
    </dgm:pt>
    <dgm:pt modelId="{9BE8CCA9-AB05-472A-8340-064D78076669}" type="parTrans" cxnId="{01411DF7-8FCD-47B0-ACA3-30E83CF84F9E}">
      <dgm:prSet/>
      <dgm:spPr/>
    </dgm:pt>
    <dgm:pt modelId="{143E4F3C-1277-41F3-9BF1-422A392CA9BE}" type="sibTrans" cxnId="{01411DF7-8FCD-47B0-ACA3-30E83CF84F9E}">
      <dgm:prSet/>
      <dgm:spPr/>
    </dgm:pt>
    <dgm:pt modelId="{46E8470A-4FCE-4AD1-B7F0-546B310A5685}">
      <dgm:prSet phldr="0"/>
      <dgm:spPr>
        <a:solidFill>
          <a:srgbClr val="A81111"/>
        </a:solidFill>
      </dgm:spPr>
      <dgm:t>
        <a:bodyPr/>
        <a:lstStyle/>
        <a:p>
          <a:pPr rtl="0"/>
          <a:r>
            <a:rPr lang="en-GB">
              <a:solidFill>
                <a:schemeClr val="tx1"/>
              </a:solidFill>
              <a:latin typeface="Neue Haas Grotesk Text Pro"/>
              <a:ea typeface="Calibri"/>
              <a:cs typeface="Calibri"/>
            </a:rPr>
            <a:t> </a:t>
          </a:r>
          <a:r>
            <a:rPr lang="en-GB">
              <a:solidFill>
                <a:schemeClr val="tx1"/>
              </a:solidFill>
              <a:latin typeface="Calibri"/>
              <a:ea typeface="Calibri"/>
              <a:cs typeface="Calibri"/>
            </a:rPr>
            <a:t>Ensemble R2: 0.940</a:t>
          </a:r>
        </a:p>
      </dgm:t>
    </dgm:pt>
    <dgm:pt modelId="{72F26C63-FC2F-4B0A-9C70-460F98A7D033}" type="parTrans" cxnId="{098E1203-88F1-4F30-ABE3-2E598CED1822}">
      <dgm:prSet/>
      <dgm:spPr/>
    </dgm:pt>
    <dgm:pt modelId="{1868D1F2-7B5F-462C-BB3D-0D702301CF29}" type="sibTrans" cxnId="{098E1203-88F1-4F30-ABE3-2E598CED1822}">
      <dgm:prSet/>
      <dgm:spPr/>
    </dgm:pt>
    <dgm:pt modelId="{0D9BEBCB-7111-41DE-80BD-B2F1FAFB5B26}">
      <dgm:prSet phldr="0"/>
      <dgm:spPr>
        <a:solidFill>
          <a:srgbClr val="A81111"/>
        </a:solidFill>
      </dgm:spPr>
      <dgm:t>
        <a:bodyPr/>
        <a:lstStyle/>
        <a:p>
          <a:pPr rtl="0"/>
          <a:r>
            <a:rPr lang="en-GB">
              <a:solidFill>
                <a:schemeClr val="tx1"/>
              </a:solidFill>
              <a:latin typeface="Calibri"/>
              <a:ea typeface="Calibri"/>
              <a:cs typeface="Calibri"/>
            </a:rPr>
            <a:t>Cross Val Score:       [0.873, 0.918, 0.968, 0.943, 0.920]</a:t>
          </a:r>
          <a:endParaRPr lang="en-GB">
            <a:solidFill>
              <a:schemeClr val="tx1"/>
            </a:solidFill>
            <a:latin typeface="Neue Haas Grotesk Text Pro"/>
            <a:ea typeface="Calibri"/>
            <a:cs typeface="Calibri"/>
          </a:endParaRPr>
        </a:p>
      </dgm:t>
    </dgm:pt>
    <dgm:pt modelId="{27EEF8E1-B35F-45C6-8C2A-CF0D899A2117}" type="parTrans" cxnId="{E7667669-4505-4B4E-A679-A1DA0C34F3BC}">
      <dgm:prSet/>
      <dgm:spPr/>
    </dgm:pt>
    <dgm:pt modelId="{548C86E5-93C3-40D0-A5D0-AE18789E014F}" type="sibTrans" cxnId="{E7667669-4505-4B4E-A679-A1DA0C34F3BC}">
      <dgm:prSet/>
      <dgm:spPr/>
    </dgm:pt>
    <dgm:pt modelId="{BE95B37E-88F7-4CA8-B74D-2E6BCA7F85A3}" type="pres">
      <dgm:prSet presAssocID="{630086F6-AA09-4B8A-9544-42DEF4EB1824}" presName="Name0" presStyleCnt="0">
        <dgm:presLayoutVars>
          <dgm:chPref val="1"/>
          <dgm:dir/>
          <dgm:animOne val="branch"/>
          <dgm:animLvl val="lvl"/>
          <dgm:resizeHandles/>
        </dgm:presLayoutVars>
      </dgm:prSet>
      <dgm:spPr/>
    </dgm:pt>
    <dgm:pt modelId="{CF3A517D-412E-4DCB-BAA5-F34EA609BC6A}" type="pres">
      <dgm:prSet presAssocID="{723FFE20-64A2-4A59-B224-2CB40058B4A4}" presName="vertOne" presStyleCnt="0"/>
      <dgm:spPr/>
    </dgm:pt>
    <dgm:pt modelId="{A9A3A264-15EC-4D5D-9FFC-32A91B1618F1}" type="pres">
      <dgm:prSet presAssocID="{723FFE20-64A2-4A59-B224-2CB40058B4A4}" presName="txOne" presStyleLbl="node0" presStyleIdx="0" presStyleCnt="1">
        <dgm:presLayoutVars>
          <dgm:chPref val="3"/>
        </dgm:presLayoutVars>
      </dgm:prSet>
      <dgm:spPr/>
    </dgm:pt>
    <dgm:pt modelId="{94371986-1936-4944-B99C-C9FCFE42A86D}" type="pres">
      <dgm:prSet presAssocID="{723FFE20-64A2-4A59-B224-2CB40058B4A4}" presName="parTransOne" presStyleCnt="0"/>
      <dgm:spPr/>
    </dgm:pt>
    <dgm:pt modelId="{FC7F6CC7-7CFD-4069-93FD-1A9CF49B2C83}" type="pres">
      <dgm:prSet presAssocID="{723FFE20-64A2-4A59-B224-2CB40058B4A4}" presName="horzOne" presStyleCnt="0"/>
      <dgm:spPr/>
    </dgm:pt>
    <dgm:pt modelId="{92A4D98F-3E2C-43F7-8E20-7DAB678D1BA5}" type="pres">
      <dgm:prSet presAssocID="{0D9BEBCB-7111-41DE-80BD-B2F1FAFB5B26}" presName="vertTwo" presStyleCnt="0"/>
      <dgm:spPr/>
    </dgm:pt>
    <dgm:pt modelId="{18CBF312-07A7-4BFE-BCC9-A6C093E68173}" type="pres">
      <dgm:prSet presAssocID="{0D9BEBCB-7111-41DE-80BD-B2F1FAFB5B26}" presName="txTwo" presStyleLbl="node2" presStyleIdx="0" presStyleCnt="1">
        <dgm:presLayoutVars>
          <dgm:chPref val="3"/>
        </dgm:presLayoutVars>
      </dgm:prSet>
      <dgm:spPr/>
    </dgm:pt>
    <dgm:pt modelId="{CB61A682-FFA8-47D0-AE37-E20C970D61C8}" type="pres">
      <dgm:prSet presAssocID="{0D9BEBCB-7111-41DE-80BD-B2F1FAFB5B26}" presName="parTransTwo" presStyleCnt="0"/>
      <dgm:spPr/>
    </dgm:pt>
    <dgm:pt modelId="{D0E753A5-0922-4CC8-9C63-AF921B8E0DF9}" type="pres">
      <dgm:prSet presAssocID="{0D9BEBCB-7111-41DE-80BD-B2F1FAFB5B26}" presName="horzTwo" presStyleCnt="0"/>
      <dgm:spPr/>
    </dgm:pt>
    <dgm:pt modelId="{ECBB5B2F-1965-4167-9649-886360489026}" type="pres">
      <dgm:prSet presAssocID="{46E8470A-4FCE-4AD1-B7F0-546B310A5685}" presName="vertThree" presStyleCnt="0"/>
      <dgm:spPr/>
    </dgm:pt>
    <dgm:pt modelId="{F33FE6BE-3B44-4C53-AC24-610CEC853D0D}" type="pres">
      <dgm:prSet presAssocID="{46E8470A-4FCE-4AD1-B7F0-546B310A5685}" presName="txThree" presStyleLbl="node3" presStyleIdx="0" presStyleCnt="4">
        <dgm:presLayoutVars>
          <dgm:chPref val="3"/>
        </dgm:presLayoutVars>
      </dgm:prSet>
      <dgm:spPr/>
    </dgm:pt>
    <dgm:pt modelId="{556A3CDC-4245-4680-B15C-762A77B9F6FE}" type="pres">
      <dgm:prSet presAssocID="{46E8470A-4FCE-4AD1-B7F0-546B310A5685}" presName="horzThree" presStyleCnt="0"/>
      <dgm:spPr/>
    </dgm:pt>
    <dgm:pt modelId="{AEFB2969-75EB-4F36-B9CE-7C2688E8B01C}" type="pres">
      <dgm:prSet presAssocID="{1868D1F2-7B5F-462C-BB3D-0D702301CF29}" presName="sibSpaceThree" presStyleCnt="0"/>
      <dgm:spPr/>
    </dgm:pt>
    <dgm:pt modelId="{330CBBAB-9B78-4AC4-843B-64139F1D07E2}" type="pres">
      <dgm:prSet presAssocID="{FEB29250-0504-4775-979F-6441C2BB3EFE}" presName="vertThree" presStyleCnt="0"/>
      <dgm:spPr/>
    </dgm:pt>
    <dgm:pt modelId="{7AAD4EFA-92E8-423E-80BD-6499F7CDB507}" type="pres">
      <dgm:prSet presAssocID="{FEB29250-0504-4775-979F-6441C2BB3EFE}" presName="txThree" presStyleLbl="node3" presStyleIdx="1" presStyleCnt="4">
        <dgm:presLayoutVars>
          <dgm:chPref val="3"/>
        </dgm:presLayoutVars>
      </dgm:prSet>
      <dgm:spPr/>
    </dgm:pt>
    <dgm:pt modelId="{C05998A4-5A5B-4AB5-994E-1CD6F4E3DC8A}" type="pres">
      <dgm:prSet presAssocID="{FEB29250-0504-4775-979F-6441C2BB3EFE}" presName="horzThree" presStyleCnt="0"/>
      <dgm:spPr/>
    </dgm:pt>
    <dgm:pt modelId="{62596461-083B-4CBF-934C-3DD26A4F8ADF}" type="pres">
      <dgm:prSet presAssocID="{CFA7284B-7341-4DA1-ABD8-08901B604077}" presName="sibSpaceThree" presStyleCnt="0"/>
      <dgm:spPr/>
    </dgm:pt>
    <dgm:pt modelId="{C49E9019-FC4C-495E-9F27-747E5154CCE7}" type="pres">
      <dgm:prSet presAssocID="{1AA626A7-43A1-4B4A-884F-8ED81A311825}" presName="vertThree" presStyleCnt="0"/>
      <dgm:spPr/>
    </dgm:pt>
    <dgm:pt modelId="{FA2F7C84-FB59-4D47-8D8A-97E54E5F029F}" type="pres">
      <dgm:prSet presAssocID="{1AA626A7-43A1-4B4A-884F-8ED81A311825}" presName="txThree" presStyleLbl="node3" presStyleIdx="2" presStyleCnt="4">
        <dgm:presLayoutVars>
          <dgm:chPref val="3"/>
        </dgm:presLayoutVars>
      </dgm:prSet>
      <dgm:spPr/>
    </dgm:pt>
    <dgm:pt modelId="{6A7BB6F3-56DB-4977-8634-395E798B404A}" type="pres">
      <dgm:prSet presAssocID="{1AA626A7-43A1-4B4A-884F-8ED81A311825}" presName="horzThree" presStyleCnt="0"/>
      <dgm:spPr/>
    </dgm:pt>
    <dgm:pt modelId="{5B05F4C7-B023-4729-85AA-AFA3C9D40B9F}" type="pres">
      <dgm:prSet presAssocID="{CB0D1DEA-0D03-4D85-8911-3A21F149F2F1}" presName="sibSpaceThree" presStyleCnt="0"/>
      <dgm:spPr/>
    </dgm:pt>
    <dgm:pt modelId="{9F99F308-7326-419B-88EC-D32D8B6BB65D}" type="pres">
      <dgm:prSet presAssocID="{2A7E18F1-F309-4661-9AFF-03C9E3A8EA03}" presName="vertThree" presStyleCnt="0"/>
      <dgm:spPr/>
    </dgm:pt>
    <dgm:pt modelId="{CBBF2DCA-3361-4350-A9E0-111401D9FB06}" type="pres">
      <dgm:prSet presAssocID="{2A7E18F1-F309-4661-9AFF-03C9E3A8EA03}" presName="txThree" presStyleLbl="node3" presStyleIdx="3" presStyleCnt="4">
        <dgm:presLayoutVars>
          <dgm:chPref val="3"/>
        </dgm:presLayoutVars>
      </dgm:prSet>
      <dgm:spPr/>
    </dgm:pt>
    <dgm:pt modelId="{F2F5FAA8-7BE9-48CF-B2D9-531EB757D31C}" type="pres">
      <dgm:prSet presAssocID="{2A7E18F1-F309-4661-9AFF-03C9E3A8EA03}" presName="horzThree" presStyleCnt="0"/>
      <dgm:spPr/>
    </dgm:pt>
  </dgm:ptLst>
  <dgm:cxnLst>
    <dgm:cxn modelId="{2308A001-3576-470F-BCB3-35B241A11B54}" type="presOf" srcId="{723FFE20-64A2-4A59-B224-2CB40058B4A4}" destId="{A9A3A264-15EC-4D5D-9FFC-32A91B1618F1}" srcOrd="0" destOrd="0" presId="urn:microsoft.com/office/officeart/2005/8/layout/hierarchy4"/>
    <dgm:cxn modelId="{098E1203-88F1-4F30-ABE3-2E598CED1822}" srcId="{0D9BEBCB-7111-41DE-80BD-B2F1FAFB5B26}" destId="{46E8470A-4FCE-4AD1-B7F0-546B310A5685}" srcOrd="0" destOrd="0" parTransId="{72F26C63-FC2F-4B0A-9C70-460F98A7D033}" sibTransId="{1868D1F2-7B5F-462C-BB3D-0D702301CF29}"/>
    <dgm:cxn modelId="{55937565-CFF0-40CB-BF37-5737A1766F9B}" type="presOf" srcId="{630086F6-AA09-4B8A-9544-42DEF4EB1824}" destId="{BE95B37E-88F7-4CA8-B74D-2E6BCA7F85A3}" srcOrd="0" destOrd="0" presId="urn:microsoft.com/office/officeart/2005/8/layout/hierarchy4"/>
    <dgm:cxn modelId="{E7667669-4505-4B4E-A679-A1DA0C34F3BC}" srcId="{723FFE20-64A2-4A59-B224-2CB40058B4A4}" destId="{0D9BEBCB-7111-41DE-80BD-B2F1FAFB5B26}" srcOrd="0" destOrd="0" parTransId="{27EEF8E1-B35F-45C6-8C2A-CF0D899A2117}" sibTransId="{548C86E5-93C3-40D0-A5D0-AE18789E014F}"/>
    <dgm:cxn modelId="{CF7F887D-0D10-452C-9EBD-8D87A5458E0E}" type="presOf" srcId="{2A7E18F1-F309-4661-9AFF-03C9E3A8EA03}" destId="{CBBF2DCA-3361-4350-A9E0-111401D9FB06}" srcOrd="0" destOrd="0" presId="urn:microsoft.com/office/officeart/2005/8/layout/hierarchy4"/>
    <dgm:cxn modelId="{1E6ABDC4-D7DF-4249-AC13-17B934D92E26}" srcId="{630086F6-AA09-4B8A-9544-42DEF4EB1824}" destId="{723FFE20-64A2-4A59-B224-2CB40058B4A4}" srcOrd="0" destOrd="0" parTransId="{70EDE229-21D0-4EC5-BC8C-9A32BF42E70E}" sibTransId="{4AAD5602-30C5-456E-9F25-09AE9A23CD4D}"/>
    <dgm:cxn modelId="{FF51D6CB-FC1D-44A3-A737-53D60132B5DC}" type="presOf" srcId="{FEB29250-0504-4775-979F-6441C2BB3EFE}" destId="{7AAD4EFA-92E8-423E-80BD-6499F7CDB507}" srcOrd="0" destOrd="0" presId="urn:microsoft.com/office/officeart/2005/8/layout/hierarchy4"/>
    <dgm:cxn modelId="{7CA892DC-49C8-4494-9AD2-50069E132A5B}" type="presOf" srcId="{1AA626A7-43A1-4B4A-884F-8ED81A311825}" destId="{FA2F7C84-FB59-4D47-8D8A-97E54E5F029F}" srcOrd="0" destOrd="0" presId="urn:microsoft.com/office/officeart/2005/8/layout/hierarchy4"/>
    <dgm:cxn modelId="{9E042FDF-39FC-4ED7-AFBB-E061356E7B3E}" srcId="{0D9BEBCB-7111-41DE-80BD-B2F1FAFB5B26}" destId="{1AA626A7-43A1-4B4A-884F-8ED81A311825}" srcOrd="2" destOrd="0" parTransId="{BC1F4671-0918-45BA-BB55-BD5A0B2AB7F8}" sibTransId="{CB0D1DEA-0D03-4D85-8911-3A21F149F2F1}"/>
    <dgm:cxn modelId="{A3B4B5E6-1B4C-4326-95C2-C1A1409B012F}" type="presOf" srcId="{46E8470A-4FCE-4AD1-B7F0-546B310A5685}" destId="{F33FE6BE-3B44-4C53-AC24-610CEC853D0D}" srcOrd="0" destOrd="0" presId="urn:microsoft.com/office/officeart/2005/8/layout/hierarchy4"/>
    <dgm:cxn modelId="{6436F5EA-EEAC-4A2A-9DFB-3ECC23F06996}" srcId="{0D9BEBCB-7111-41DE-80BD-B2F1FAFB5B26}" destId="{FEB29250-0504-4775-979F-6441C2BB3EFE}" srcOrd="1" destOrd="0" parTransId="{E461111A-5A12-4F24-AF68-DA4CB426F7F5}" sibTransId="{CFA7284B-7341-4DA1-ABD8-08901B604077}"/>
    <dgm:cxn modelId="{59AA2CEE-D37F-4C4A-BFEA-EBED0255F241}" type="presOf" srcId="{0D9BEBCB-7111-41DE-80BD-B2F1FAFB5B26}" destId="{18CBF312-07A7-4BFE-BCC9-A6C093E68173}" srcOrd="0" destOrd="0" presId="urn:microsoft.com/office/officeart/2005/8/layout/hierarchy4"/>
    <dgm:cxn modelId="{01411DF7-8FCD-47B0-ACA3-30E83CF84F9E}" srcId="{0D9BEBCB-7111-41DE-80BD-B2F1FAFB5B26}" destId="{2A7E18F1-F309-4661-9AFF-03C9E3A8EA03}" srcOrd="3" destOrd="0" parTransId="{9BE8CCA9-AB05-472A-8340-064D78076669}" sibTransId="{143E4F3C-1277-41F3-9BF1-422A392CA9BE}"/>
    <dgm:cxn modelId="{87480887-A6D3-4A30-B528-1E1FB12A0287}" type="presParOf" srcId="{BE95B37E-88F7-4CA8-B74D-2E6BCA7F85A3}" destId="{CF3A517D-412E-4DCB-BAA5-F34EA609BC6A}" srcOrd="0" destOrd="0" presId="urn:microsoft.com/office/officeart/2005/8/layout/hierarchy4"/>
    <dgm:cxn modelId="{D1A74508-F757-499B-9C18-9132751D4E04}" type="presParOf" srcId="{CF3A517D-412E-4DCB-BAA5-F34EA609BC6A}" destId="{A9A3A264-15EC-4D5D-9FFC-32A91B1618F1}" srcOrd="0" destOrd="0" presId="urn:microsoft.com/office/officeart/2005/8/layout/hierarchy4"/>
    <dgm:cxn modelId="{1D8EFC18-6224-4615-BF9D-933A11C69F49}" type="presParOf" srcId="{CF3A517D-412E-4DCB-BAA5-F34EA609BC6A}" destId="{94371986-1936-4944-B99C-C9FCFE42A86D}" srcOrd="1" destOrd="0" presId="urn:microsoft.com/office/officeart/2005/8/layout/hierarchy4"/>
    <dgm:cxn modelId="{6889F0E6-4110-4C39-A44F-B1BDB4F5D9C5}" type="presParOf" srcId="{CF3A517D-412E-4DCB-BAA5-F34EA609BC6A}" destId="{FC7F6CC7-7CFD-4069-93FD-1A9CF49B2C83}" srcOrd="2" destOrd="0" presId="urn:microsoft.com/office/officeart/2005/8/layout/hierarchy4"/>
    <dgm:cxn modelId="{DA6CD241-A695-405C-A74B-F8EACC48E651}" type="presParOf" srcId="{FC7F6CC7-7CFD-4069-93FD-1A9CF49B2C83}" destId="{92A4D98F-3E2C-43F7-8E20-7DAB678D1BA5}" srcOrd="0" destOrd="0" presId="urn:microsoft.com/office/officeart/2005/8/layout/hierarchy4"/>
    <dgm:cxn modelId="{D59A88D8-C558-4AD4-B58B-E3D03E82EA3A}" type="presParOf" srcId="{92A4D98F-3E2C-43F7-8E20-7DAB678D1BA5}" destId="{18CBF312-07A7-4BFE-BCC9-A6C093E68173}" srcOrd="0" destOrd="0" presId="urn:microsoft.com/office/officeart/2005/8/layout/hierarchy4"/>
    <dgm:cxn modelId="{45A73376-1A9B-45D9-B705-B438C4E1E5AD}" type="presParOf" srcId="{92A4D98F-3E2C-43F7-8E20-7DAB678D1BA5}" destId="{CB61A682-FFA8-47D0-AE37-E20C970D61C8}" srcOrd="1" destOrd="0" presId="urn:microsoft.com/office/officeart/2005/8/layout/hierarchy4"/>
    <dgm:cxn modelId="{76668CDE-DBE5-497A-8C8D-1EFD23C9EE36}" type="presParOf" srcId="{92A4D98F-3E2C-43F7-8E20-7DAB678D1BA5}" destId="{D0E753A5-0922-4CC8-9C63-AF921B8E0DF9}" srcOrd="2" destOrd="0" presId="urn:microsoft.com/office/officeart/2005/8/layout/hierarchy4"/>
    <dgm:cxn modelId="{9561A9B9-8ADE-46CE-ABE9-9B1D0F5BE061}" type="presParOf" srcId="{D0E753A5-0922-4CC8-9C63-AF921B8E0DF9}" destId="{ECBB5B2F-1965-4167-9649-886360489026}" srcOrd="0" destOrd="0" presId="urn:microsoft.com/office/officeart/2005/8/layout/hierarchy4"/>
    <dgm:cxn modelId="{1F8C8A4A-E427-44AF-B927-250EBC68C3AD}" type="presParOf" srcId="{ECBB5B2F-1965-4167-9649-886360489026}" destId="{F33FE6BE-3B44-4C53-AC24-610CEC853D0D}" srcOrd="0" destOrd="0" presId="urn:microsoft.com/office/officeart/2005/8/layout/hierarchy4"/>
    <dgm:cxn modelId="{4E357A09-C403-4147-A9D2-25CB60172C40}" type="presParOf" srcId="{ECBB5B2F-1965-4167-9649-886360489026}" destId="{556A3CDC-4245-4680-B15C-762A77B9F6FE}" srcOrd="1" destOrd="0" presId="urn:microsoft.com/office/officeart/2005/8/layout/hierarchy4"/>
    <dgm:cxn modelId="{91F149F6-7A32-4781-B852-70ADA47D00C4}" type="presParOf" srcId="{D0E753A5-0922-4CC8-9C63-AF921B8E0DF9}" destId="{AEFB2969-75EB-4F36-B9CE-7C2688E8B01C}" srcOrd="1" destOrd="0" presId="urn:microsoft.com/office/officeart/2005/8/layout/hierarchy4"/>
    <dgm:cxn modelId="{1D5C240A-EECC-4ADD-965B-FF426B83312D}" type="presParOf" srcId="{D0E753A5-0922-4CC8-9C63-AF921B8E0DF9}" destId="{330CBBAB-9B78-4AC4-843B-64139F1D07E2}" srcOrd="2" destOrd="0" presId="urn:microsoft.com/office/officeart/2005/8/layout/hierarchy4"/>
    <dgm:cxn modelId="{96A083EF-C365-42E4-A27F-F7873738F267}" type="presParOf" srcId="{330CBBAB-9B78-4AC4-843B-64139F1D07E2}" destId="{7AAD4EFA-92E8-423E-80BD-6499F7CDB507}" srcOrd="0" destOrd="0" presId="urn:microsoft.com/office/officeart/2005/8/layout/hierarchy4"/>
    <dgm:cxn modelId="{B9D172F0-14AE-4E4D-940C-E0E705D695C1}" type="presParOf" srcId="{330CBBAB-9B78-4AC4-843B-64139F1D07E2}" destId="{C05998A4-5A5B-4AB5-994E-1CD6F4E3DC8A}" srcOrd="1" destOrd="0" presId="urn:microsoft.com/office/officeart/2005/8/layout/hierarchy4"/>
    <dgm:cxn modelId="{B59289FD-92AE-45D8-8A52-5CD31249B492}" type="presParOf" srcId="{D0E753A5-0922-4CC8-9C63-AF921B8E0DF9}" destId="{62596461-083B-4CBF-934C-3DD26A4F8ADF}" srcOrd="3" destOrd="0" presId="urn:microsoft.com/office/officeart/2005/8/layout/hierarchy4"/>
    <dgm:cxn modelId="{17BC2EC4-04F3-4499-9CF2-C28EF4831556}" type="presParOf" srcId="{D0E753A5-0922-4CC8-9C63-AF921B8E0DF9}" destId="{C49E9019-FC4C-495E-9F27-747E5154CCE7}" srcOrd="4" destOrd="0" presId="urn:microsoft.com/office/officeart/2005/8/layout/hierarchy4"/>
    <dgm:cxn modelId="{A356F7BC-72F1-4BC1-8672-1C1E03D88AB1}" type="presParOf" srcId="{C49E9019-FC4C-495E-9F27-747E5154CCE7}" destId="{FA2F7C84-FB59-4D47-8D8A-97E54E5F029F}" srcOrd="0" destOrd="0" presId="urn:microsoft.com/office/officeart/2005/8/layout/hierarchy4"/>
    <dgm:cxn modelId="{68CB45B6-B795-4203-B67E-5FA06B3ACFB8}" type="presParOf" srcId="{C49E9019-FC4C-495E-9F27-747E5154CCE7}" destId="{6A7BB6F3-56DB-4977-8634-395E798B404A}" srcOrd="1" destOrd="0" presId="urn:microsoft.com/office/officeart/2005/8/layout/hierarchy4"/>
    <dgm:cxn modelId="{381F199F-4313-4956-95B2-B5D6E816820E}" type="presParOf" srcId="{D0E753A5-0922-4CC8-9C63-AF921B8E0DF9}" destId="{5B05F4C7-B023-4729-85AA-AFA3C9D40B9F}" srcOrd="5" destOrd="0" presId="urn:microsoft.com/office/officeart/2005/8/layout/hierarchy4"/>
    <dgm:cxn modelId="{ADC71346-DCE1-466B-B003-4FC35DE55285}" type="presParOf" srcId="{D0E753A5-0922-4CC8-9C63-AF921B8E0DF9}" destId="{9F99F308-7326-419B-88EC-D32D8B6BB65D}" srcOrd="6" destOrd="0" presId="urn:microsoft.com/office/officeart/2005/8/layout/hierarchy4"/>
    <dgm:cxn modelId="{ADEF8C02-F858-4250-899F-45BCD6546CC0}" type="presParOf" srcId="{9F99F308-7326-419B-88EC-D32D8B6BB65D}" destId="{CBBF2DCA-3361-4350-A9E0-111401D9FB06}" srcOrd="0" destOrd="0" presId="urn:microsoft.com/office/officeart/2005/8/layout/hierarchy4"/>
    <dgm:cxn modelId="{F884D94D-9205-4973-BE82-A6AB46DBC4E3}" type="presParOf" srcId="{9F99F308-7326-419B-88EC-D32D8B6BB65D}" destId="{F2F5FAA8-7BE9-48CF-B2D9-531EB757D31C}" srcOrd="1" destOrd="0" presId="urn:microsoft.com/office/officeart/2005/8/layout/hierarchy4"/>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30086F6-AA09-4B8A-9544-42DEF4EB1824}"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n-GB"/>
        </a:p>
      </dgm:t>
    </dgm:pt>
    <dgm:pt modelId="{723FFE20-64A2-4A59-B224-2CB40058B4A4}">
      <dgm:prSet phldrT="[Text]" phldr="0"/>
      <dgm:spPr>
        <a:solidFill>
          <a:srgbClr val="A81111"/>
        </a:solidFill>
      </dgm:spPr>
      <dgm:t>
        <a:bodyPr/>
        <a:lstStyle/>
        <a:p>
          <a:pPr rtl="0"/>
          <a:r>
            <a:rPr lang="en-GB" b="1">
              <a:solidFill>
                <a:schemeClr val="tx1"/>
              </a:solidFill>
              <a:latin typeface="Neue Haas Grotesk Text Pro"/>
            </a:rPr>
            <a:t>Current Estimators: </a:t>
          </a:r>
          <a:r>
            <a:rPr lang="en-GB" b="0">
              <a:solidFill>
                <a:schemeClr val="tx1"/>
              </a:solidFill>
              <a:latin typeface="Neue Haas Grotesk Text Pro"/>
            </a:rPr>
            <a:t>Linear, Lasso, KNN, </a:t>
          </a:r>
          <a:r>
            <a:rPr lang="en-GB" b="0">
              <a:solidFill>
                <a:schemeClr val="tx1"/>
              </a:solidFill>
              <a:latin typeface="Neue Haas Grotesk Text Pro"/>
              <a:ea typeface="Calibri"/>
              <a:cs typeface="Calibri"/>
            </a:rPr>
            <a:t>Forest, Gradient </a:t>
          </a:r>
          <a:r>
            <a:rPr lang="en-GB" b="1">
              <a:solidFill>
                <a:schemeClr val="tx1"/>
              </a:solidFill>
              <a:latin typeface="Neue Haas Grotesk Text Pro"/>
              <a:ea typeface="Calibri"/>
              <a:cs typeface="Calibri"/>
            </a:rPr>
            <a:t> </a:t>
          </a:r>
          <a:r>
            <a:rPr lang="en-GB">
              <a:solidFill>
                <a:schemeClr val="tx1"/>
              </a:solidFill>
              <a:latin typeface="Neue Haas Grotesk Text Pro"/>
              <a:ea typeface="Calibri"/>
              <a:cs typeface="Calibri"/>
            </a:rPr>
            <a:t> </a:t>
          </a:r>
        </a:p>
      </dgm:t>
    </dgm:pt>
    <dgm:pt modelId="{70EDE229-21D0-4EC5-BC8C-9A32BF42E70E}" type="parTrans" cxnId="{1E6ABDC4-D7DF-4249-AC13-17B934D92E26}">
      <dgm:prSet/>
      <dgm:spPr/>
      <dgm:t>
        <a:bodyPr/>
        <a:lstStyle/>
        <a:p>
          <a:endParaRPr lang="en-GB"/>
        </a:p>
      </dgm:t>
    </dgm:pt>
    <dgm:pt modelId="{4AAD5602-30C5-456E-9F25-09AE9A23CD4D}" type="sibTrans" cxnId="{1E6ABDC4-D7DF-4249-AC13-17B934D92E26}">
      <dgm:prSet/>
      <dgm:spPr/>
      <dgm:t>
        <a:bodyPr/>
        <a:lstStyle/>
        <a:p>
          <a:endParaRPr lang="en-GB"/>
        </a:p>
      </dgm:t>
    </dgm:pt>
    <dgm:pt modelId="{FEB29250-0504-4775-979F-6441C2BB3EFE}">
      <dgm:prSet phldrT="[Text]" phldr="0"/>
      <dgm:spPr>
        <a:solidFill>
          <a:srgbClr val="A81111"/>
        </a:solidFill>
      </dgm:spPr>
      <dgm:t>
        <a:bodyPr/>
        <a:lstStyle/>
        <a:p>
          <a:r>
            <a:rPr lang="en-GB">
              <a:solidFill>
                <a:schemeClr val="tx1"/>
              </a:solidFill>
              <a:latin typeface="Calibri"/>
              <a:ea typeface="Calibri"/>
              <a:cs typeface="Calibri"/>
            </a:rPr>
            <a:t>Ensemble MAE: 12.26</a:t>
          </a:r>
        </a:p>
      </dgm:t>
    </dgm:pt>
    <dgm:pt modelId="{E461111A-5A12-4F24-AF68-DA4CB426F7F5}" type="parTrans" cxnId="{6436F5EA-EEAC-4A2A-9DFB-3ECC23F06996}">
      <dgm:prSet/>
      <dgm:spPr/>
      <dgm:t>
        <a:bodyPr/>
        <a:lstStyle/>
        <a:p>
          <a:endParaRPr lang="en-GB"/>
        </a:p>
      </dgm:t>
    </dgm:pt>
    <dgm:pt modelId="{CFA7284B-7341-4DA1-ABD8-08901B604077}" type="sibTrans" cxnId="{6436F5EA-EEAC-4A2A-9DFB-3ECC23F06996}">
      <dgm:prSet/>
      <dgm:spPr/>
      <dgm:t>
        <a:bodyPr/>
        <a:lstStyle/>
        <a:p>
          <a:endParaRPr lang="en-GB"/>
        </a:p>
      </dgm:t>
    </dgm:pt>
    <dgm:pt modelId="{1AA626A7-43A1-4B4A-884F-8ED81A311825}">
      <dgm:prSet phldrT="[Text]" phldr="0"/>
      <dgm:spPr>
        <a:solidFill>
          <a:srgbClr val="A81111"/>
        </a:solidFill>
      </dgm:spPr>
      <dgm:t>
        <a:bodyPr/>
        <a:lstStyle/>
        <a:p>
          <a:pPr rtl="0"/>
          <a:r>
            <a:rPr lang="en-GB">
              <a:solidFill>
                <a:schemeClr val="tx1"/>
              </a:solidFill>
              <a:latin typeface="Calibri"/>
              <a:ea typeface="Calibri"/>
              <a:cs typeface="Calibri"/>
            </a:rPr>
            <a:t>Ensemble MedAE:7.30</a:t>
          </a:r>
          <a:endParaRPr lang="en-GB">
            <a:solidFill>
              <a:schemeClr val="tx1"/>
            </a:solidFill>
          </a:endParaRPr>
        </a:p>
      </dgm:t>
    </dgm:pt>
    <dgm:pt modelId="{BC1F4671-0918-45BA-BB55-BD5A0B2AB7F8}" type="parTrans" cxnId="{9E042FDF-39FC-4ED7-AFBB-E061356E7B3E}">
      <dgm:prSet/>
      <dgm:spPr/>
      <dgm:t>
        <a:bodyPr/>
        <a:lstStyle/>
        <a:p>
          <a:endParaRPr lang="en-GB"/>
        </a:p>
      </dgm:t>
    </dgm:pt>
    <dgm:pt modelId="{CB0D1DEA-0D03-4D85-8911-3A21F149F2F1}" type="sibTrans" cxnId="{9E042FDF-39FC-4ED7-AFBB-E061356E7B3E}">
      <dgm:prSet/>
      <dgm:spPr/>
      <dgm:t>
        <a:bodyPr/>
        <a:lstStyle/>
        <a:p>
          <a:endParaRPr lang="en-GB"/>
        </a:p>
      </dgm:t>
    </dgm:pt>
    <dgm:pt modelId="{2A7E18F1-F309-4661-9AFF-03C9E3A8EA03}">
      <dgm:prSet phldr="0"/>
      <dgm:spPr>
        <a:solidFill>
          <a:srgbClr val="A81111"/>
        </a:solidFill>
      </dgm:spPr>
      <dgm:t>
        <a:bodyPr/>
        <a:lstStyle/>
        <a:p>
          <a:pPr rtl="0"/>
          <a:r>
            <a:rPr lang="en-GB">
              <a:solidFill>
                <a:schemeClr val="tx1"/>
              </a:solidFill>
              <a:latin typeface="Calibri"/>
              <a:ea typeface="Calibri"/>
              <a:cs typeface="Calibri"/>
            </a:rPr>
            <a:t>Ensemble MSE: 339.2</a:t>
          </a:r>
        </a:p>
      </dgm:t>
    </dgm:pt>
    <dgm:pt modelId="{9BE8CCA9-AB05-472A-8340-064D78076669}" type="parTrans" cxnId="{01411DF7-8FCD-47B0-ACA3-30E83CF84F9E}">
      <dgm:prSet/>
      <dgm:spPr/>
    </dgm:pt>
    <dgm:pt modelId="{143E4F3C-1277-41F3-9BF1-422A392CA9BE}" type="sibTrans" cxnId="{01411DF7-8FCD-47B0-ACA3-30E83CF84F9E}">
      <dgm:prSet/>
      <dgm:spPr/>
    </dgm:pt>
    <dgm:pt modelId="{46E8470A-4FCE-4AD1-B7F0-546B310A5685}">
      <dgm:prSet phldr="0"/>
      <dgm:spPr>
        <a:solidFill>
          <a:srgbClr val="A81111"/>
        </a:solidFill>
      </dgm:spPr>
      <dgm:t>
        <a:bodyPr/>
        <a:lstStyle/>
        <a:p>
          <a:pPr rtl="0"/>
          <a:r>
            <a:rPr lang="en-GB">
              <a:solidFill>
                <a:schemeClr val="tx1"/>
              </a:solidFill>
              <a:latin typeface="Neue Haas Grotesk Text Pro"/>
              <a:ea typeface="Calibri"/>
              <a:cs typeface="Calibri"/>
            </a:rPr>
            <a:t> </a:t>
          </a:r>
          <a:r>
            <a:rPr lang="en-GB">
              <a:solidFill>
                <a:schemeClr val="tx1"/>
              </a:solidFill>
              <a:latin typeface="Calibri"/>
              <a:ea typeface="Calibri"/>
              <a:cs typeface="Calibri"/>
            </a:rPr>
            <a:t>Ensemble R2: 0.77</a:t>
          </a:r>
        </a:p>
      </dgm:t>
    </dgm:pt>
    <dgm:pt modelId="{72F26C63-FC2F-4B0A-9C70-460F98A7D033}" type="parTrans" cxnId="{098E1203-88F1-4F30-ABE3-2E598CED1822}">
      <dgm:prSet/>
      <dgm:spPr/>
    </dgm:pt>
    <dgm:pt modelId="{1868D1F2-7B5F-462C-BB3D-0D702301CF29}" type="sibTrans" cxnId="{098E1203-88F1-4F30-ABE3-2E598CED1822}">
      <dgm:prSet/>
      <dgm:spPr/>
    </dgm:pt>
    <dgm:pt modelId="{0D9BEBCB-7111-41DE-80BD-B2F1FAFB5B26}">
      <dgm:prSet phldr="0"/>
      <dgm:spPr>
        <a:solidFill>
          <a:srgbClr val="A81111"/>
        </a:solidFill>
      </dgm:spPr>
      <dgm:t>
        <a:bodyPr/>
        <a:lstStyle/>
        <a:p>
          <a:pPr rtl="0"/>
          <a:r>
            <a:rPr lang="en-GB">
              <a:solidFill>
                <a:schemeClr val="tx1"/>
              </a:solidFill>
              <a:latin typeface="Calibri"/>
              <a:ea typeface="Calibri"/>
              <a:cs typeface="Calibri"/>
            </a:rPr>
            <a:t>Cross Val Score:       [0.745,0.730,0.738,0.727,0.716]</a:t>
          </a:r>
          <a:endParaRPr lang="en-GB">
            <a:solidFill>
              <a:schemeClr val="tx1"/>
            </a:solidFill>
            <a:latin typeface="Neue Haas Grotesk Text Pro"/>
            <a:ea typeface="Calibri"/>
            <a:cs typeface="Calibri"/>
          </a:endParaRPr>
        </a:p>
      </dgm:t>
    </dgm:pt>
    <dgm:pt modelId="{27EEF8E1-B35F-45C6-8C2A-CF0D899A2117}" type="parTrans" cxnId="{E7667669-4505-4B4E-A679-A1DA0C34F3BC}">
      <dgm:prSet/>
      <dgm:spPr/>
    </dgm:pt>
    <dgm:pt modelId="{548C86E5-93C3-40D0-A5D0-AE18789E014F}" type="sibTrans" cxnId="{E7667669-4505-4B4E-A679-A1DA0C34F3BC}">
      <dgm:prSet/>
      <dgm:spPr/>
    </dgm:pt>
    <dgm:pt modelId="{BE95B37E-88F7-4CA8-B74D-2E6BCA7F85A3}" type="pres">
      <dgm:prSet presAssocID="{630086F6-AA09-4B8A-9544-42DEF4EB1824}" presName="Name0" presStyleCnt="0">
        <dgm:presLayoutVars>
          <dgm:chPref val="1"/>
          <dgm:dir/>
          <dgm:animOne val="branch"/>
          <dgm:animLvl val="lvl"/>
          <dgm:resizeHandles/>
        </dgm:presLayoutVars>
      </dgm:prSet>
      <dgm:spPr/>
    </dgm:pt>
    <dgm:pt modelId="{CF3A517D-412E-4DCB-BAA5-F34EA609BC6A}" type="pres">
      <dgm:prSet presAssocID="{723FFE20-64A2-4A59-B224-2CB40058B4A4}" presName="vertOne" presStyleCnt="0"/>
      <dgm:spPr/>
    </dgm:pt>
    <dgm:pt modelId="{A9A3A264-15EC-4D5D-9FFC-32A91B1618F1}" type="pres">
      <dgm:prSet presAssocID="{723FFE20-64A2-4A59-B224-2CB40058B4A4}" presName="txOne" presStyleLbl="node0" presStyleIdx="0" presStyleCnt="1">
        <dgm:presLayoutVars>
          <dgm:chPref val="3"/>
        </dgm:presLayoutVars>
      </dgm:prSet>
      <dgm:spPr/>
    </dgm:pt>
    <dgm:pt modelId="{94371986-1936-4944-B99C-C9FCFE42A86D}" type="pres">
      <dgm:prSet presAssocID="{723FFE20-64A2-4A59-B224-2CB40058B4A4}" presName="parTransOne" presStyleCnt="0"/>
      <dgm:spPr/>
    </dgm:pt>
    <dgm:pt modelId="{FC7F6CC7-7CFD-4069-93FD-1A9CF49B2C83}" type="pres">
      <dgm:prSet presAssocID="{723FFE20-64A2-4A59-B224-2CB40058B4A4}" presName="horzOne" presStyleCnt="0"/>
      <dgm:spPr/>
    </dgm:pt>
    <dgm:pt modelId="{92A4D98F-3E2C-43F7-8E20-7DAB678D1BA5}" type="pres">
      <dgm:prSet presAssocID="{0D9BEBCB-7111-41DE-80BD-B2F1FAFB5B26}" presName="vertTwo" presStyleCnt="0"/>
      <dgm:spPr/>
    </dgm:pt>
    <dgm:pt modelId="{18CBF312-07A7-4BFE-BCC9-A6C093E68173}" type="pres">
      <dgm:prSet presAssocID="{0D9BEBCB-7111-41DE-80BD-B2F1FAFB5B26}" presName="txTwo" presStyleLbl="node2" presStyleIdx="0" presStyleCnt="1">
        <dgm:presLayoutVars>
          <dgm:chPref val="3"/>
        </dgm:presLayoutVars>
      </dgm:prSet>
      <dgm:spPr/>
    </dgm:pt>
    <dgm:pt modelId="{CB61A682-FFA8-47D0-AE37-E20C970D61C8}" type="pres">
      <dgm:prSet presAssocID="{0D9BEBCB-7111-41DE-80BD-B2F1FAFB5B26}" presName="parTransTwo" presStyleCnt="0"/>
      <dgm:spPr/>
    </dgm:pt>
    <dgm:pt modelId="{D0E753A5-0922-4CC8-9C63-AF921B8E0DF9}" type="pres">
      <dgm:prSet presAssocID="{0D9BEBCB-7111-41DE-80BD-B2F1FAFB5B26}" presName="horzTwo" presStyleCnt="0"/>
      <dgm:spPr/>
    </dgm:pt>
    <dgm:pt modelId="{ECBB5B2F-1965-4167-9649-886360489026}" type="pres">
      <dgm:prSet presAssocID="{46E8470A-4FCE-4AD1-B7F0-546B310A5685}" presName="vertThree" presStyleCnt="0"/>
      <dgm:spPr/>
    </dgm:pt>
    <dgm:pt modelId="{F33FE6BE-3B44-4C53-AC24-610CEC853D0D}" type="pres">
      <dgm:prSet presAssocID="{46E8470A-4FCE-4AD1-B7F0-546B310A5685}" presName="txThree" presStyleLbl="node3" presStyleIdx="0" presStyleCnt="4">
        <dgm:presLayoutVars>
          <dgm:chPref val="3"/>
        </dgm:presLayoutVars>
      </dgm:prSet>
      <dgm:spPr/>
    </dgm:pt>
    <dgm:pt modelId="{556A3CDC-4245-4680-B15C-762A77B9F6FE}" type="pres">
      <dgm:prSet presAssocID="{46E8470A-4FCE-4AD1-B7F0-546B310A5685}" presName="horzThree" presStyleCnt="0"/>
      <dgm:spPr/>
    </dgm:pt>
    <dgm:pt modelId="{1640AE21-1436-42BC-9BEF-252916FA8131}" type="pres">
      <dgm:prSet presAssocID="{1868D1F2-7B5F-462C-BB3D-0D702301CF29}" presName="sibSpaceThree" presStyleCnt="0"/>
      <dgm:spPr/>
    </dgm:pt>
    <dgm:pt modelId="{3E33F34F-BD65-41AE-95EB-A67AF3551E09}" type="pres">
      <dgm:prSet presAssocID="{FEB29250-0504-4775-979F-6441C2BB3EFE}" presName="vertThree" presStyleCnt="0"/>
      <dgm:spPr/>
    </dgm:pt>
    <dgm:pt modelId="{3C9DA6FF-773A-45FA-AE6C-973A62E55AA8}" type="pres">
      <dgm:prSet presAssocID="{FEB29250-0504-4775-979F-6441C2BB3EFE}" presName="txThree" presStyleLbl="node3" presStyleIdx="1" presStyleCnt="4">
        <dgm:presLayoutVars>
          <dgm:chPref val="3"/>
        </dgm:presLayoutVars>
      </dgm:prSet>
      <dgm:spPr/>
    </dgm:pt>
    <dgm:pt modelId="{98C2758F-6A97-45CF-BCF8-8E5DF2711725}" type="pres">
      <dgm:prSet presAssocID="{FEB29250-0504-4775-979F-6441C2BB3EFE}" presName="horzThree" presStyleCnt="0"/>
      <dgm:spPr/>
    </dgm:pt>
    <dgm:pt modelId="{1B993D22-A501-4B9A-B6D6-DE7AE5F59B6A}" type="pres">
      <dgm:prSet presAssocID="{CFA7284B-7341-4DA1-ABD8-08901B604077}" presName="sibSpaceThree" presStyleCnt="0"/>
      <dgm:spPr/>
    </dgm:pt>
    <dgm:pt modelId="{465F8B57-56F3-4F88-8645-9BE3004DD8DC}" type="pres">
      <dgm:prSet presAssocID="{1AA626A7-43A1-4B4A-884F-8ED81A311825}" presName="vertThree" presStyleCnt="0"/>
      <dgm:spPr/>
    </dgm:pt>
    <dgm:pt modelId="{135CD99F-A7A9-4D42-BB5C-F31876C12FA1}" type="pres">
      <dgm:prSet presAssocID="{1AA626A7-43A1-4B4A-884F-8ED81A311825}" presName="txThree" presStyleLbl="node3" presStyleIdx="2" presStyleCnt="4">
        <dgm:presLayoutVars>
          <dgm:chPref val="3"/>
        </dgm:presLayoutVars>
      </dgm:prSet>
      <dgm:spPr/>
    </dgm:pt>
    <dgm:pt modelId="{87C510C9-D866-4221-86CD-2BEBA3CE85B6}" type="pres">
      <dgm:prSet presAssocID="{1AA626A7-43A1-4B4A-884F-8ED81A311825}" presName="horzThree" presStyleCnt="0"/>
      <dgm:spPr/>
    </dgm:pt>
    <dgm:pt modelId="{A01C065D-EF16-405B-8A01-EA9A768ED7DC}" type="pres">
      <dgm:prSet presAssocID="{CB0D1DEA-0D03-4D85-8911-3A21F149F2F1}" presName="sibSpaceThree" presStyleCnt="0"/>
      <dgm:spPr/>
    </dgm:pt>
    <dgm:pt modelId="{7541AD3B-3D53-4E7E-81D8-3EE28A7E49D8}" type="pres">
      <dgm:prSet presAssocID="{2A7E18F1-F309-4661-9AFF-03C9E3A8EA03}" presName="vertThree" presStyleCnt="0"/>
      <dgm:spPr/>
    </dgm:pt>
    <dgm:pt modelId="{EE404A48-B9FD-4157-81EC-7A2BAF000FB3}" type="pres">
      <dgm:prSet presAssocID="{2A7E18F1-F309-4661-9AFF-03C9E3A8EA03}" presName="txThree" presStyleLbl="node3" presStyleIdx="3" presStyleCnt="4">
        <dgm:presLayoutVars>
          <dgm:chPref val="3"/>
        </dgm:presLayoutVars>
      </dgm:prSet>
      <dgm:spPr/>
    </dgm:pt>
    <dgm:pt modelId="{E1DDCF01-1B26-4F40-AF00-01FD387EB59B}" type="pres">
      <dgm:prSet presAssocID="{2A7E18F1-F309-4661-9AFF-03C9E3A8EA03}" presName="horzThree" presStyleCnt="0"/>
      <dgm:spPr/>
    </dgm:pt>
  </dgm:ptLst>
  <dgm:cxnLst>
    <dgm:cxn modelId="{098E1203-88F1-4F30-ABE3-2E598CED1822}" srcId="{0D9BEBCB-7111-41DE-80BD-B2F1FAFB5B26}" destId="{46E8470A-4FCE-4AD1-B7F0-546B310A5685}" srcOrd="0" destOrd="0" parTransId="{72F26C63-FC2F-4B0A-9C70-460F98A7D033}" sibTransId="{1868D1F2-7B5F-462C-BB3D-0D702301CF29}"/>
    <dgm:cxn modelId="{55937565-CFF0-40CB-BF37-5737A1766F9B}" type="presOf" srcId="{630086F6-AA09-4B8A-9544-42DEF4EB1824}" destId="{BE95B37E-88F7-4CA8-B74D-2E6BCA7F85A3}" srcOrd="0" destOrd="0" presId="urn:microsoft.com/office/officeart/2005/8/layout/hierarchy4"/>
    <dgm:cxn modelId="{E7667669-4505-4B4E-A679-A1DA0C34F3BC}" srcId="{723FFE20-64A2-4A59-B224-2CB40058B4A4}" destId="{0D9BEBCB-7111-41DE-80BD-B2F1FAFB5B26}" srcOrd="0" destOrd="0" parTransId="{27EEF8E1-B35F-45C6-8C2A-CF0D899A2117}" sibTransId="{548C86E5-93C3-40D0-A5D0-AE18789E014F}"/>
    <dgm:cxn modelId="{1866D34C-9E0D-421C-AD63-B47A0010E176}" type="presOf" srcId="{46E8470A-4FCE-4AD1-B7F0-546B310A5685}" destId="{F33FE6BE-3B44-4C53-AC24-610CEC853D0D}" srcOrd="0" destOrd="0" presId="urn:microsoft.com/office/officeart/2005/8/layout/hierarchy4"/>
    <dgm:cxn modelId="{07BF696E-EE07-438B-8D6A-3F926A7BF525}" type="presOf" srcId="{FEB29250-0504-4775-979F-6441C2BB3EFE}" destId="{3C9DA6FF-773A-45FA-AE6C-973A62E55AA8}" srcOrd="0" destOrd="0" presId="urn:microsoft.com/office/officeart/2005/8/layout/hierarchy4"/>
    <dgm:cxn modelId="{7DD6DF74-F042-40AE-B47C-2343C6B67E99}" type="presOf" srcId="{2A7E18F1-F309-4661-9AFF-03C9E3A8EA03}" destId="{EE404A48-B9FD-4157-81EC-7A2BAF000FB3}" srcOrd="0" destOrd="0" presId="urn:microsoft.com/office/officeart/2005/8/layout/hierarchy4"/>
    <dgm:cxn modelId="{61987782-7CA6-4BC3-8B8B-EB818957428B}" type="presOf" srcId="{0D9BEBCB-7111-41DE-80BD-B2F1FAFB5B26}" destId="{18CBF312-07A7-4BFE-BCC9-A6C093E68173}" srcOrd="0" destOrd="0" presId="urn:microsoft.com/office/officeart/2005/8/layout/hierarchy4"/>
    <dgm:cxn modelId="{9688C5C3-62F0-40E2-B715-42722B4E79EA}" type="presOf" srcId="{1AA626A7-43A1-4B4A-884F-8ED81A311825}" destId="{135CD99F-A7A9-4D42-BB5C-F31876C12FA1}" srcOrd="0" destOrd="0" presId="urn:microsoft.com/office/officeart/2005/8/layout/hierarchy4"/>
    <dgm:cxn modelId="{1E6ABDC4-D7DF-4249-AC13-17B934D92E26}" srcId="{630086F6-AA09-4B8A-9544-42DEF4EB1824}" destId="{723FFE20-64A2-4A59-B224-2CB40058B4A4}" srcOrd="0" destOrd="0" parTransId="{70EDE229-21D0-4EC5-BC8C-9A32BF42E70E}" sibTransId="{4AAD5602-30C5-456E-9F25-09AE9A23CD4D}"/>
    <dgm:cxn modelId="{C2301ACE-6804-41BB-9757-B848C6413B24}" type="presOf" srcId="{723FFE20-64A2-4A59-B224-2CB40058B4A4}" destId="{A9A3A264-15EC-4D5D-9FFC-32A91B1618F1}" srcOrd="0" destOrd="0" presId="urn:microsoft.com/office/officeart/2005/8/layout/hierarchy4"/>
    <dgm:cxn modelId="{9E042FDF-39FC-4ED7-AFBB-E061356E7B3E}" srcId="{0D9BEBCB-7111-41DE-80BD-B2F1FAFB5B26}" destId="{1AA626A7-43A1-4B4A-884F-8ED81A311825}" srcOrd="2" destOrd="0" parTransId="{BC1F4671-0918-45BA-BB55-BD5A0B2AB7F8}" sibTransId="{CB0D1DEA-0D03-4D85-8911-3A21F149F2F1}"/>
    <dgm:cxn modelId="{6436F5EA-EEAC-4A2A-9DFB-3ECC23F06996}" srcId="{0D9BEBCB-7111-41DE-80BD-B2F1FAFB5B26}" destId="{FEB29250-0504-4775-979F-6441C2BB3EFE}" srcOrd="1" destOrd="0" parTransId="{E461111A-5A12-4F24-AF68-DA4CB426F7F5}" sibTransId="{CFA7284B-7341-4DA1-ABD8-08901B604077}"/>
    <dgm:cxn modelId="{01411DF7-8FCD-47B0-ACA3-30E83CF84F9E}" srcId="{0D9BEBCB-7111-41DE-80BD-B2F1FAFB5B26}" destId="{2A7E18F1-F309-4661-9AFF-03C9E3A8EA03}" srcOrd="3" destOrd="0" parTransId="{9BE8CCA9-AB05-472A-8340-064D78076669}" sibTransId="{143E4F3C-1277-41F3-9BF1-422A392CA9BE}"/>
    <dgm:cxn modelId="{009C664F-2F50-4A3D-B8CB-5ECD0A02D1CF}" type="presParOf" srcId="{BE95B37E-88F7-4CA8-B74D-2E6BCA7F85A3}" destId="{CF3A517D-412E-4DCB-BAA5-F34EA609BC6A}" srcOrd="0" destOrd="0" presId="urn:microsoft.com/office/officeart/2005/8/layout/hierarchy4"/>
    <dgm:cxn modelId="{DBE62CCE-A702-4A7B-9ACB-0651D70F9B51}" type="presParOf" srcId="{CF3A517D-412E-4DCB-BAA5-F34EA609BC6A}" destId="{A9A3A264-15EC-4D5D-9FFC-32A91B1618F1}" srcOrd="0" destOrd="0" presId="urn:microsoft.com/office/officeart/2005/8/layout/hierarchy4"/>
    <dgm:cxn modelId="{A4514481-E273-4784-90EA-80218BD4946F}" type="presParOf" srcId="{CF3A517D-412E-4DCB-BAA5-F34EA609BC6A}" destId="{94371986-1936-4944-B99C-C9FCFE42A86D}" srcOrd="1" destOrd="0" presId="urn:microsoft.com/office/officeart/2005/8/layout/hierarchy4"/>
    <dgm:cxn modelId="{766A7D82-30AE-4792-B246-67D5082A69A6}" type="presParOf" srcId="{CF3A517D-412E-4DCB-BAA5-F34EA609BC6A}" destId="{FC7F6CC7-7CFD-4069-93FD-1A9CF49B2C83}" srcOrd="2" destOrd="0" presId="urn:microsoft.com/office/officeart/2005/8/layout/hierarchy4"/>
    <dgm:cxn modelId="{41979256-DCF9-4350-984B-1E51DA08A936}" type="presParOf" srcId="{FC7F6CC7-7CFD-4069-93FD-1A9CF49B2C83}" destId="{92A4D98F-3E2C-43F7-8E20-7DAB678D1BA5}" srcOrd="0" destOrd="0" presId="urn:microsoft.com/office/officeart/2005/8/layout/hierarchy4"/>
    <dgm:cxn modelId="{110A9A7C-24D7-400D-B9F9-1C6F9B317B9B}" type="presParOf" srcId="{92A4D98F-3E2C-43F7-8E20-7DAB678D1BA5}" destId="{18CBF312-07A7-4BFE-BCC9-A6C093E68173}" srcOrd="0" destOrd="0" presId="urn:microsoft.com/office/officeart/2005/8/layout/hierarchy4"/>
    <dgm:cxn modelId="{2FFF885A-87B4-4C35-A1F9-8BCB1C27F3FF}" type="presParOf" srcId="{92A4D98F-3E2C-43F7-8E20-7DAB678D1BA5}" destId="{CB61A682-FFA8-47D0-AE37-E20C970D61C8}" srcOrd="1" destOrd="0" presId="urn:microsoft.com/office/officeart/2005/8/layout/hierarchy4"/>
    <dgm:cxn modelId="{F696C26F-FB33-4CC6-AD69-D8212977F021}" type="presParOf" srcId="{92A4D98F-3E2C-43F7-8E20-7DAB678D1BA5}" destId="{D0E753A5-0922-4CC8-9C63-AF921B8E0DF9}" srcOrd="2" destOrd="0" presId="urn:microsoft.com/office/officeart/2005/8/layout/hierarchy4"/>
    <dgm:cxn modelId="{0EB50499-EDEE-4CA1-8600-C9D99517F707}" type="presParOf" srcId="{D0E753A5-0922-4CC8-9C63-AF921B8E0DF9}" destId="{ECBB5B2F-1965-4167-9649-886360489026}" srcOrd="0" destOrd="0" presId="urn:microsoft.com/office/officeart/2005/8/layout/hierarchy4"/>
    <dgm:cxn modelId="{23E71852-CAC8-4A65-B0D1-06E770010D24}" type="presParOf" srcId="{ECBB5B2F-1965-4167-9649-886360489026}" destId="{F33FE6BE-3B44-4C53-AC24-610CEC853D0D}" srcOrd="0" destOrd="0" presId="urn:microsoft.com/office/officeart/2005/8/layout/hierarchy4"/>
    <dgm:cxn modelId="{91CD0520-3BDC-4F59-9694-C02408390338}" type="presParOf" srcId="{ECBB5B2F-1965-4167-9649-886360489026}" destId="{556A3CDC-4245-4680-B15C-762A77B9F6FE}" srcOrd="1" destOrd="0" presId="urn:microsoft.com/office/officeart/2005/8/layout/hierarchy4"/>
    <dgm:cxn modelId="{6975A4B5-C28F-40A0-BFF8-779847DED6F4}" type="presParOf" srcId="{D0E753A5-0922-4CC8-9C63-AF921B8E0DF9}" destId="{1640AE21-1436-42BC-9BEF-252916FA8131}" srcOrd="1" destOrd="0" presId="urn:microsoft.com/office/officeart/2005/8/layout/hierarchy4"/>
    <dgm:cxn modelId="{76561AAA-F036-42D1-9057-299E8DE6667C}" type="presParOf" srcId="{D0E753A5-0922-4CC8-9C63-AF921B8E0DF9}" destId="{3E33F34F-BD65-41AE-95EB-A67AF3551E09}" srcOrd="2" destOrd="0" presId="urn:microsoft.com/office/officeart/2005/8/layout/hierarchy4"/>
    <dgm:cxn modelId="{1FDED29E-3393-4291-A2CA-718DFD504FAD}" type="presParOf" srcId="{3E33F34F-BD65-41AE-95EB-A67AF3551E09}" destId="{3C9DA6FF-773A-45FA-AE6C-973A62E55AA8}" srcOrd="0" destOrd="0" presId="urn:microsoft.com/office/officeart/2005/8/layout/hierarchy4"/>
    <dgm:cxn modelId="{53922275-7BC1-450E-99A6-D730DFC118F1}" type="presParOf" srcId="{3E33F34F-BD65-41AE-95EB-A67AF3551E09}" destId="{98C2758F-6A97-45CF-BCF8-8E5DF2711725}" srcOrd="1" destOrd="0" presId="urn:microsoft.com/office/officeart/2005/8/layout/hierarchy4"/>
    <dgm:cxn modelId="{08D57CEF-F4E1-45F4-AD22-2F8A68218FB8}" type="presParOf" srcId="{D0E753A5-0922-4CC8-9C63-AF921B8E0DF9}" destId="{1B993D22-A501-4B9A-B6D6-DE7AE5F59B6A}" srcOrd="3" destOrd="0" presId="urn:microsoft.com/office/officeart/2005/8/layout/hierarchy4"/>
    <dgm:cxn modelId="{37BFD7FD-D6AA-4914-ACEE-A51DBCEFC59C}" type="presParOf" srcId="{D0E753A5-0922-4CC8-9C63-AF921B8E0DF9}" destId="{465F8B57-56F3-4F88-8645-9BE3004DD8DC}" srcOrd="4" destOrd="0" presId="urn:microsoft.com/office/officeart/2005/8/layout/hierarchy4"/>
    <dgm:cxn modelId="{3501E5F7-4272-43AF-AC96-23CF76A8164C}" type="presParOf" srcId="{465F8B57-56F3-4F88-8645-9BE3004DD8DC}" destId="{135CD99F-A7A9-4D42-BB5C-F31876C12FA1}" srcOrd="0" destOrd="0" presId="urn:microsoft.com/office/officeart/2005/8/layout/hierarchy4"/>
    <dgm:cxn modelId="{8603414D-6D4B-4EAC-A276-2190319097D4}" type="presParOf" srcId="{465F8B57-56F3-4F88-8645-9BE3004DD8DC}" destId="{87C510C9-D866-4221-86CD-2BEBA3CE85B6}" srcOrd="1" destOrd="0" presId="urn:microsoft.com/office/officeart/2005/8/layout/hierarchy4"/>
    <dgm:cxn modelId="{20219067-EE2A-4B6A-8B47-0A65CE7D308F}" type="presParOf" srcId="{D0E753A5-0922-4CC8-9C63-AF921B8E0DF9}" destId="{A01C065D-EF16-405B-8A01-EA9A768ED7DC}" srcOrd="5" destOrd="0" presId="urn:microsoft.com/office/officeart/2005/8/layout/hierarchy4"/>
    <dgm:cxn modelId="{AB819638-2738-45A2-ABDC-3A50D7F669BC}" type="presParOf" srcId="{D0E753A5-0922-4CC8-9C63-AF921B8E0DF9}" destId="{7541AD3B-3D53-4E7E-81D8-3EE28A7E49D8}" srcOrd="6" destOrd="0" presId="urn:microsoft.com/office/officeart/2005/8/layout/hierarchy4"/>
    <dgm:cxn modelId="{8E778388-91E1-4F66-AB10-C183B25F8281}" type="presParOf" srcId="{7541AD3B-3D53-4E7E-81D8-3EE28A7E49D8}" destId="{EE404A48-B9FD-4157-81EC-7A2BAF000FB3}" srcOrd="0" destOrd="0" presId="urn:microsoft.com/office/officeart/2005/8/layout/hierarchy4"/>
    <dgm:cxn modelId="{263A642E-6139-4652-9364-0C6C0E1223AC}" type="presParOf" srcId="{7541AD3B-3D53-4E7E-81D8-3EE28A7E49D8}" destId="{E1DDCF01-1B26-4F40-AF00-01FD387EB59B}" srcOrd="1" destOrd="0" presId="urn:microsoft.com/office/officeart/2005/8/layout/hierarchy4"/>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E722AD-58D8-49C2-862E-87A7A16D8A6C}">
      <dsp:nvSpPr>
        <dsp:cNvPr id="0" name=""/>
        <dsp:cNvSpPr/>
      </dsp:nvSpPr>
      <dsp:spPr>
        <a:xfrm>
          <a:off x="226248" y="1964035"/>
          <a:ext cx="1783828" cy="413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GB" sz="2000" b="1" kern="1200">
            <a:solidFill>
              <a:schemeClr val="tx1"/>
            </a:solidFill>
          </a:endParaRPr>
        </a:p>
      </dsp:txBody>
      <dsp:txXfrm>
        <a:off x="226248" y="1964035"/>
        <a:ext cx="1783828" cy="413288"/>
      </dsp:txXfrm>
    </dsp:sp>
    <dsp:sp modelId="{8B8D8ADE-B93E-488F-BB1B-32B51C4D9BA5}">
      <dsp:nvSpPr>
        <dsp:cNvPr id="0" name=""/>
        <dsp:cNvSpPr/>
      </dsp:nvSpPr>
      <dsp:spPr>
        <a:xfrm>
          <a:off x="0" y="1755562"/>
          <a:ext cx="6695896" cy="146296"/>
        </a:xfrm>
        <a:prstGeom prst="rect">
          <a:avLst/>
        </a:prstGeom>
        <a:solidFill>
          <a:srgbClr val="0525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BB4112-C1F7-40B7-8294-CCCEBD01C59E}">
      <dsp:nvSpPr>
        <dsp:cNvPr id="0" name=""/>
        <dsp:cNvSpPr/>
      </dsp:nvSpPr>
      <dsp:spPr>
        <a:xfrm>
          <a:off x="137056" y="49603"/>
          <a:ext cx="1962211" cy="1084196"/>
        </a:xfrm>
        <a:prstGeom prst="rect">
          <a:avLst/>
        </a:prstGeom>
        <a:solidFill>
          <a:srgbClr val="AC292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GB" sz="1500" b="1" kern="1200">
              <a:solidFill>
                <a:schemeClr val="tx1"/>
              </a:solidFill>
              <a:latin typeface="Arial"/>
            </a:rPr>
            <a:t>      Exploratory  </a:t>
          </a:r>
        </a:p>
        <a:p>
          <a:pPr marL="0" lvl="0" indent="0" algn="l" defTabSz="666750">
            <a:lnSpc>
              <a:spcPct val="90000"/>
            </a:lnSpc>
            <a:spcBef>
              <a:spcPct val="0"/>
            </a:spcBef>
            <a:spcAft>
              <a:spcPct val="35000"/>
            </a:spcAft>
            <a:buNone/>
          </a:pPr>
          <a:r>
            <a:rPr lang="en-GB" sz="1500" b="1" kern="1200">
              <a:solidFill>
                <a:schemeClr val="tx1"/>
              </a:solidFill>
              <a:latin typeface="Arial"/>
            </a:rPr>
            <a:t>           Data</a:t>
          </a:r>
          <a:endParaRPr lang="en-GB" sz="1500" b="1" kern="1200">
            <a:solidFill>
              <a:schemeClr val="tx1"/>
            </a:solidFill>
          </a:endParaRPr>
        </a:p>
        <a:p>
          <a:pPr marL="0" lvl="0" indent="0" algn="l" defTabSz="666750">
            <a:lnSpc>
              <a:spcPct val="90000"/>
            </a:lnSpc>
            <a:spcBef>
              <a:spcPct val="0"/>
            </a:spcBef>
            <a:spcAft>
              <a:spcPct val="35000"/>
            </a:spcAft>
            <a:buNone/>
          </a:pPr>
          <a:r>
            <a:rPr lang="en-GB" sz="1500" b="1" kern="1200">
              <a:solidFill>
                <a:schemeClr val="tx1"/>
              </a:solidFill>
              <a:latin typeface="Arial"/>
            </a:rPr>
            <a:t>        Analysis</a:t>
          </a:r>
        </a:p>
      </dsp:txBody>
      <dsp:txXfrm>
        <a:off x="137056" y="49603"/>
        <a:ext cx="1962211" cy="1084196"/>
      </dsp:txXfrm>
    </dsp:sp>
    <dsp:sp modelId="{6B4E2D41-0BC8-4473-AE11-722CF05CCB15}">
      <dsp:nvSpPr>
        <dsp:cNvPr id="0" name=""/>
        <dsp:cNvSpPr/>
      </dsp:nvSpPr>
      <dsp:spPr>
        <a:xfrm>
          <a:off x="1118162" y="1133800"/>
          <a:ext cx="0" cy="621761"/>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23B5A247-A1E4-4870-BE72-50ECC2270003}">
      <dsp:nvSpPr>
        <dsp:cNvPr id="0" name=""/>
        <dsp:cNvSpPr/>
      </dsp:nvSpPr>
      <dsp:spPr>
        <a:xfrm>
          <a:off x="1341140" y="1280097"/>
          <a:ext cx="1783828" cy="413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endParaRPr lang="en-GB" sz="2000" b="1" kern="1200">
            <a:solidFill>
              <a:schemeClr val="tx1"/>
            </a:solidFill>
            <a:latin typeface="Arial"/>
          </a:endParaRPr>
        </a:p>
      </dsp:txBody>
      <dsp:txXfrm>
        <a:off x="1341140" y="1280097"/>
        <a:ext cx="1783828" cy="413288"/>
      </dsp:txXfrm>
    </dsp:sp>
    <dsp:sp modelId="{1EEBD419-9B48-4049-9A35-8935E6A0B1FE}">
      <dsp:nvSpPr>
        <dsp:cNvPr id="0" name=""/>
        <dsp:cNvSpPr/>
      </dsp:nvSpPr>
      <dsp:spPr>
        <a:xfrm>
          <a:off x="1251949" y="2523620"/>
          <a:ext cx="1962211" cy="781259"/>
        </a:xfrm>
        <a:prstGeom prst="rect">
          <a:avLst/>
        </a:prstGeom>
        <a:solidFill>
          <a:srgbClr val="AC292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rtl="0">
            <a:lnSpc>
              <a:spcPct val="90000"/>
            </a:lnSpc>
            <a:spcBef>
              <a:spcPct val="0"/>
            </a:spcBef>
            <a:spcAft>
              <a:spcPct val="35000"/>
            </a:spcAft>
            <a:buNone/>
          </a:pPr>
          <a:r>
            <a:rPr lang="en-GB" sz="1500" b="1" kern="1200">
              <a:solidFill>
                <a:schemeClr val="tx1"/>
              </a:solidFill>
              <a:latin typeface="Arial"/>
            </a:rPr>
            <a:t>            Data</a:t>
          </a:r>
        </a:p>
        <a:p>
          <a:pPr marL="0" lvl="0" indent="0" algn="l" defTabSz="666750">
            <a:lnSpc>
              <a:spcPct val="90000"/>
            </a:lnSpc>
            <a:spcBef>
              <a:spcPct val="0"/>
            </a:spcBef>
            <a:spcAft>
              <a:spcPct val="35000"/>
            </a:spcAft>
            <a:buNone/>
          </a:pPr>
          <a:r>
            <a:rPr lang="en-GB" sz="1500" b="1" kern="1200">
              <a:solidFill>
                <a:schemeClr val="tx1"/>
              </a:solidFill>
              <a:latin typeface="Arial"/>
            </a:rPr>
            <a:t>    Preprocessing</a:t>
          </a:r>
          <a:endParaRPr lang="en-GB" sz="1500" b="1" kern="1200">
            <a:solidFill>
              <a:schemeClr val="tx1"/>
            </a:solidFill>
          </a:endParaRPr>
        </a:p>
      </dsp:txBody>
      <dsp:txXfrm>
        <a:off x="1251949" y="2523620"/>
        <a:ext cx="1962211" cy="781259"/>
      </dsp:txXfrm>
    </dsp:sp>
    <dsp:sp modelId="{97DEDBFA-3315-4088-A277-94876A3A607E}">
      <dsp:nvSpPr>
        <dsp:cNvPr id="0" name=""/>
        <dsp:cNvSpPr/>
      </dsp:nvSpPr>
      <dsp:spPr>
        <a:xfrm>
          <a:off x="2233055" y="1901858"/>
          <a:ext cx="0" cy="621761"/>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385674A1-BB18-406D-9DFC-409BEAEA72A6}">
      <dsp:nvSpPr>
        <dsp:cNvPr id="0" name=""/>
        <dsp:cNvSpPr/>
      </dsp:nvSpPr>
      <dsp:spPr>
        <a:xfrm>
          <a:off x="1072444" y="1782992"/>
          <a:ext cx="91435" cy="91435"/>
        </a:xfrm>
        <a:prstGeom prst="ellipse">
          <a:avLst/>
        </a:prstGeom>
        <a:solidFill>
          <a:schemeClr val="lt1">
            <a:alpha val="90000"/>
            <a:hueOff val="0"/>
            <a:satOff val="0"/>
            <a:lumOff val="0"/>
            <a:alphaOff val="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sp>
    <dsp:sp modelId="{9A4E394F-8635-440A-927C-2B1C2003226A}">
      <dsp:nvSpPr>
        <dsp:cNvPr id="0" name=""/>
        <dsp:cNvSpPr/>
      </dsp:nvSpPr>
      <dsp:spPr>
        <a:xfrm>
          <a:off x="2187337" y="1782992"/>
          <a:ext cx="91435" cy="91435"/>
        </a:xfrm>
        <a:prstGeom prst="ellipse">
          <a:avLst/>
        </a:prstGeom>
        <a:solidFill>
          <a:schemeClr val="lt1">
            <a:alpha val="90000"/>
            <a:hueOff val="0"/>
            <a:satOff val="0"/>
            <a:lumOff val="0"/>
            <a:alphaOff val="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sp>
    <dsp:sp modelId="{C2124F2D-9AD7-4530-AD81-46FD87D2813A}">
      <dsp:nvSpPr>
        <dsp:cNvPr id="0" name=""/>
        <dsp:cNvSpPr/>
      </dsp:nvSpPr>
      <dsp:spPr>
        <a:xfrm>
          <a:off x="2456033" y="1964035"/>
          <a:ext cx="1783828" cy="413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GB" sz="2000" b="1" kern="1200">
            <a:solidFill>
              <a:schemeClr val="tx1"/>
            </a:solidFill>
            <a:latin typeface="Arial"/>
          </a:endParaRPr>
        </a:p>
      </dsp:txBody>
      <dsp:txXfrm>
        <a:off x="2456033" y="1964035"/>
        <a:ext cx="1783828" cy="413288"/>
      </dsp:txXfrm>
    </dsp:sp>
    <dsp:sp modelId="{C6551203-BCD3-4AAA-9747-0A7711865D43}">
      <dsp:nvSpPr>
        <dsp:cNvPr id="0" name=""/>
        <dsp:cNvSpPr/>
      </dsp:nvSpPr>
      <dsp:spPr>
        <a:xfrm>
          <a:off x="2366842" y="623590"/>
          <a:ext cx="1962211" cy="510210"/>
        </a:xfrm>
        <a:prstGeom prst="rect">
          <a:avLst/>
        </a:prstGeom>
        <a:solidFill>
          <a:srgbClr val="AC292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GB" sz="1500" b="1" kern="1200">
              <a:solidFill>
                <a:schemeClr val="tx1"/>
              </a:solidFill>
              <a:latin typeface="Arial"/>
            </a:rPr>
            <a:t>     Model Fitting</a:t>
          </a:r>
        </a:p>
      </dsp:txBody>
      <dsp:txXfrm>
        <a:off x="2366842" y="623590"/>
        <a:ext cx="1962211" cy="510210"/>
      </dsp:txXfrm>
    </dsp:sp>
    <dsp:sp modelId="{9459AD05-4E96-4A25-AB79-CEC90F9F1127}">
      <dsp:nvSpPr>
        <dsp:cNvPr id="0" name=""/>
        <dsp:cNvSpPr/>
      </dsp:nvSpPr>
      <dsp:spPr>
        <a:xfrm>
          <a:off x="3347948" y="1133800"/>
          <a:ext cx="0" cy="621761"/>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6542B744-E8EA-42ED-88F0-46A64FE302EF}">
      <dsp:nvSpPr>
        <dsp:cNvPr id="0" name=""/>
        <dsp:cNvSpPr/>
      </dsp:nvSpPr>
      <dsp:spPr>
        <a:xfrm>
          <a:off x="3570926" y="1280097"/>
          <a:ext cx="1783828" cy="413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endParaRPr lang="en-GB" sz="2000" b="1" kern="1200">
            <a:solidFill>
              <a:schemeClr val="tx1"/>
            </a:solidFill>
            <a:latin typeface="Arial"/>
          </a:endParaRPr>
        </a:p>
      </dsp:txBody>
      <dsp:txXfrm>
        <a:off x="3570926" y="1280097"/>
        <a:ext cx="1783828" cy="413288"/>
      </dsp:txXfrm>
    </dsp:sp>
    <dsp:sp modelId="{4EE68A89-D48F-4D98-8342-4DB927C4291E}">
      <dsp:nvSpPr>
        <dsp:cNvPr id="0" name=""/>
        <dsp:cNvSpPr/>
      </dsp:nvSpPr>
      <dsp:spPr>
        <a:xfrm>
          <a:off x="3481735" y="2523620"/>
          <a:ext cx="1962211" cy="510210"/>
        </a:xfrm>
        <a:prstGeom prst="rect">
          <a:avLst/>
        </a:prstGeom>
        <a:solidFill>
          <a:srgbClr val="AC292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GB" sz="1500" b="1" kern="1200">
              <a:solidFill>
                <a:schemeClr val="tx1"/>
              </a:solidFill>
              <a:latin typeface="Arial"/>
            </a:rPr>
            <a:t>     Model Tuning</a:t>
          </a:r>
        </a:p>
      </dsp:txBody>
      <dsp:txXfrm>
        <a:off x="3481735" y="2523620"/>
        <a:ext cx="1962211" cy="510210"/>
      </dsp:txXfrm>
    </dsp:sp>
    <dsp:sp modelId="{1C1ABA15-13EB-4C4F-985D-4E1914746ADC}">
      <dsp:nvSpPr>
        <dsp:cNvPr id="0" name=""/>
        <dsp:cNvSpPr/>
      </dsp:nvSpPr>
      <dsp:spPr>
        <a:xfrm>
          <a:off x="4462840" y="1901858"/>
          <a:ext cx="0" cy="621761"/>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A23EB38D-3F96-4CCB-8CEF-F8FFA9FECD64}">
      <dsp:nvSpPr>
        <dsp:cNvPr id="0" name=""/>
        <dsp:cNvSpPr/>
      </dsp:nvSpPr>
      <dsp:spPr>
        <a:xfrm>
          <a:off x="3302230" y="1782992"/>
          <a:ext cx="91435" cy="91435"/>
        </a:xfrm>
        <a:prstGeom prst="ellipse">
          <a:avLst/>
        </a:prstGeom>
        <a:solidFill>
          <a:schemeClr val="lt1">
            <a:alpha val="90000"/>
            <a:hueOff val="0"/>
            <a:satOff val="0"/>
            <a:lumOff val="0"/>
            <a:alphaOff val="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sp>
    <dsp:sp modelId="{499E0BDF-36BB-4320-9F6A-68C207311C1B}">
      <dsp:nvSpPr>
        <dsp:cNvPr id="0" name=""/>
        <dsp:cNvSpPr/>
      </dsp:nvSpPr>
      <dsp:spPr>
        <a:xfrm>
          <a:off x="4417123" y="1782992"/>
          <a:ext cx="91435" cy="91435"/>
        </a:xfrm>
        <a:prstGeom prst="ellipse">
          <a:avLst/>
        </a:prstGeom>
        <a:solidFill>
          <a:schemeClr val="lt1">
            <a:alpha val="90000"/>
            <a:hueOff val="0"/>
            <a:satOff val="0"/>
            <a:lumOff val="0"/>
            <a:alphaOff val="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sp>
    <dsp:sp modelId="{3E8FA150-BCDD-4EE1-846E-442061457D4D}">
      <dsp:nvSpPr>
        <dsp:cNvPr id="0" name=""/>
        <dsp:cNvSpPr/>
      </dsp:nvSpPr>
      <dsp:spPr>
        <a:xfrm>
          <a:off x="4685819" y="1964035"/>
          <a:ext cx="1783828" cy="413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GB" sz="2000" b="1" kern="1200">
            <a:solidFill>
              <a:schemeClr val="tx1"/>
            </a:solidFill>
            <a:latin typeface="Arial"/>
          </a:endParaRPr>
        </a:p>
      </dsp:txBody>
      <dsp:txXfrm>
        <a:off x="4685819" y="1964035"/>
        <a:ext cx="1783828" cy="413288"/>
      </dsp:txXfrm>
    </dsp:sp>
    <dsp:sp modelId="{D3B85B47-448C-42EF-BE5D-C608A06663A9}">
      <dsp:nvSpPr>
        <dsp:cNvPr id="0" name=""/>
        <dsp:cNvSpPr/>
      </dsp:nvSpPr>
      <dsp:spPr>
        <a:xfrm>
          <a:off x="4596627" y="352541"/>
          <a:ext cx="1962211" cy="781259"/>
        </a:xfrm>
        <a:prstGeom prst="rect">
          <a:avLst/>
        </a:prstGeom>
        <a:solidFill>
          <a:srgbClr val="AC292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GB" sz="1500" b="1" kern="1200">
              <a:solidFill>
                <a:schemeClr val="tx1"/>
              </a:solidFill>
              <a:latin typeface="Arial"/>
            </a:rPr>
            <a:t>        Feature </a:t>
          </a:r>
        </a:p>
        <a:p>
          <a:pPr marL="0" lvl="0" indent="0" algn="l" defTabSz="666750">
            <a:lnSpc>
              <a:spcPct val="90000"/>
            </a:lnSpc>
            <a:spcBef>
              <a:spcPct val="0"/>
            </a:spcBef>
            <a:spcAft>
              <a:spcPct val="35000"/>
            </a:spcAft>
            <a:buNone/>
          </a:pPr>
          <a:r>
            <a:rPr lang="en-GB" sz="1500" b="1" kern="1200">
              <a:solidFill>
                <a:schemeClr val="tx1"/>
              </a:solidFill>
              <a:latin typeface="Arial"/>
            </a:rPr>
            <a:t>      Importance</a:t>
          </a:r>
          <a:endParaRPr lang="en-GB" sz="1500" b="1" kern="1200">
            <a:solidFill>
              <a:schemeClr val="tx1"/>
            </a:solidFill>
          </a:endParaRPr>
        </a:p>
      </dsp:txBody>
      <dsp:txXfrm>
        <a:off x="4596627" y="352541"/>
        <a:ext cx="1962211" cy="781259"/>
      </dsp:txXfrm>
    </dsp:sp>
    <dsp:sp modelId="{5B551E27-4DC2-49DA-B75C-892073E76B57}">
      <dsp:nvSpPr>
        <dsp:cNvPr id="0" name=""/>
        <dsp:cNvSpPr/>
      </dsp:nvSpPr>
      <dsp:spPr>
        <a:xfrm>
          <a:off x="5577733" y="1133800"/>
          <a:ext cx="0" cy="621761"/>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B17C0F6-B93E-49DE-9A64-FC0B77EB0D39}">
      <dsp:nvSpPr>
        <dsp:cNvPr id="0" name=""/>
        <dsp:cNvSpPr/>
      </dsp:nvSpPr>
      <dsp:spPr>
        <a:xfrm>
          <a:off x="5532015" y="1782992"/>
          <a:ext cx="91435" cy="91435"/>
        </a:xfrm>
        <a:prstGeom prst="ellipse">
          <a:avLst/>
        </a:prstGeom>
        <a:solidFill>
          <a:schemeClr val="lt1">
            <a:alpha val="90000"/>
            <a:hueOff val="0"/>
            <a:satOff val="0"/>
            <a:lumOff val="0"/>
            <a:alphaOff val="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68723-06D4-44CD-B410-EE158EC8D2CE}">
      <dsp:nvSpPr>
        <dsp:cNvPr id="0" name=""/>
        <dsp:cNvSpPr/>
      </dsp:nvSpPr>
      <dsp:spPr>
        <a:xfrm>
          <a:off x="2180545" y="1685777"/>
          <a:ext cx="1707816" cy="197598"/>
        </a:xfrm>
        <a:custGeom>
          <a:avLst/>
          <a:gdLst/>
          <a:ahLst/>
          <a:cxnLst/>
          <a:rect l="0" t="0" r="0" b="0"/>
          <a:pathLst>
            <a:path>
              <a:moveTo>
                <a:pt x="0" y="0"/>
              </a:moveTo>
              <a:lnTo>
                <a:pt x="0" y="98799"/>
              </a:lnTo>
              <a:lnTo>
                <a:pt x="1707816" y="98799"/>
              </a:lnTo>
              <a:lnTo>
                <a:pt x="1707816" y="19759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B43B52-6E1D-4641-B628-841346970287}">
      <dsp:nvSpPr>
        <dsp:cNvPr id="0" name=""/>
        <dsp:cNvSpPr/>
      </dsp:nvSpPr>
      <dsp:spPr>
        <a:xfrm>
          <a:off x="2180545" y="1685777"/>
          <a:ext cx="569272" cy="197598"/>
        </a:xfrm>
        <a:custGeom>
          <a:avLst/>
          <a:gdLst/>
          <a:ahLst/>
          <a:cxnLst/>
          <a:rect l="0" t="0" r="0" b="0"/>
          <a:pathLst>
            <a:path>
              <a:moveTo>
                <a:pt x="0" y="0"/>
              </a:moveTo>
              <a:lnTo>
                <a:pt x="0" y="98799"/>
              </a:lnTo>
              <a:lnTo>
                <a:pt x="569272" y="98799"/>
              </a:lnTo>
              <a:lnTo>
                <a:pt x="569272" y="19759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F874FF-02AC-4284-969A-ACCAFF5958E8}">
      <dsp:nvSpPr>
        <dsp:cNvPr id="0" name=""/>
        <dsp:cNvSpPr/>
      </dsp:nvSpPr>
      <dsp:spPr>
        <a:xfrm>
          <a:off x="1611272" y="1685777"/>
          <a:ext cx="569272" cy="197598"/>
        </a:xfrm>
        <a:custGeom>
          <a:avLst/>
          <a:gdLst/>
          <a:ahLst/>
          <a:cxnLst/>
          <a:rect l="0" t="0" r="0" b="0"/>
          <a:pathLst>
            <a:path>
              <a:moveTo>
                <a:pt x="569272" y="0"/>
              </a:moveTo>
              <a:lnTo>
                <a:pt x="569272" y="98799"/>
              </a:lnTo>
              <a:lnTo>
                <a:pt x="0" y="98799"/>
              </a:lnTo>
              <a:lnTo>
                <a:pt x="0" y="19759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6733F-FD01-461E-BC1B-573B6CD1DA98}">
      <dsp:nvSpPr>
        <dsp:cNvPr id="0" name=""/>
        <dsp:cNvSpPr/>
      </dsp:nvSpPr>
      <dsp:spPr>
        <a:xfrm>
          <a:off x="472728" y="1685777"/>
          <a:ext cx="1707816" cy="197598"/>
        </a:xfrm>
        <a:custGeom>
          <a:avLst/>
          <a:gdLst/>
          <a:ahLst/>
          <a:cxnLst/>
          <a:rect l="0" t="0" r="0" b="0"/>
          <a:pathLst>
            <a:path>
              <a:moveTo>
                <a:pt x="1707816" y="0"/>
              </a:moveTo>
              <a:lnTo>
                <a:pt x="1707816" y="98799"/>
              </a:lnTo>
              <a:lnTo>
                <a:pt x="0" y="98799"/>
              </a:lnTo>
              <a:lnTo>
                <a:pt x="0" y="19759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8DD544-A04A-4BC8-AAD8-E313F829892E}">
      <dsp:nvSpPr>
        <dsp:cNvPr id="0" name=""/>
        <dsp:cNvSpPr/>
      </dsp:nvSpPr>
      <dsp:spPr>
        <a:xfrm>
          <a:off x="1710072" y="1215304"/>
          <a:ext cx="940945" cy="470472"/>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a:solidFill>
                <a:schemeClr val="tx1"/>
              </a:solidFill>
              <a:latin typeface="Neue Haas Grotesk Text Pro"/>
            </a:rPr>
            <a:t>Missing Values</a:t>
          </a:r>
        </a:p>
      </dsp:txBody>
      <dsp:txXfrm>
        <a:off x="1710072" y="1215304"/>
        <a:ext cx="940945" cy="470472"/>
      </dsp:txXfrm>
    </dsp:sp>
    <dsp:sp modelId="{9EF228DE-1500-46C7-9FD0-55AA45793129}">
      <dsp:nvSpPr>
        <dsp:cNvPr id="0" name=""/>
        <dsp:cNvSpPr/>
      </dsp:nvSpPr>
      <dsp:spPr>
        <a:xfrm>
          <a:off x="2255" y="1883376"/>
          <a:ext cx="940945" cy="470472"/>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latin typeface="Neue Haas Grotesk Text Pro"/>
            </a:rPr>
            <a:t>Make </a:t>
          </a:r>
          <a:endParaRPr lang="en-GB" sz="1100" kern="1200">
            <a:solidFill>
              <a:schemeClr val="tx1"/>
            </a:solidFill>
          </a:endParaRPr>
        </a:p>
      </dsp:txBody>
      <dsp:txXfrm>
        <a:off x="2255" y="1883376"/>
        <a:ext cx="940945" cy="470472"/>
      </dsp:txXfrm>
    </dsp:sp>
    <dsp:sp modelId="{001153EE-75FB-47AA-9E5D-445164CE4048}">
      <dsp:nvSpPr>
        <dsp:cNvPr id="0" name=""/>
        <dsp:cNvSpPr/>
      </dsp:nvSpPr>
      <dsp:spPr>
        <a:xfrm>
          <a:off x="1140800" y="1883376"/>
          <a:ext cx="940945" cy="470472"/>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latin typeface="Neue Haas Grotesk Text Pro"/>
            </a:rPr>
            <a:t>Model</a:t>
          </a:r>
        </a:p>
      </dsp:txBody>
      <dsp:txXfrm>
        <a:off x="1140800" y="1883376"/>
        <a:ext cx="940945" cy="470472"/>
      </dsp:txXfrm>
    </dsp:sp>
    <dsp:sp modelId="{76B1899C-ECEC-4C9E-91D2-0537020F336C}">
      <dsp:nvSpPr>
        <dsp:cNvPr id="0" name=""/>
        <dsp:cNvSpPr/>
      </dsp:nvSpPr>
      <dsp:spPr>
        <a:xfrm>
          <a:off x="2279344" y="1883376"/>
          <a:ext cx="940945" cy="470472"/>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latin typeface="Neue Haas Grotesk Text Pro"/>
            </a:rPr>
            <a:t>Generation</a:t>
          </a:r>
        </a:p>
      </dsp:txBody>
      <dsp:txXfrm>
        <a:off x="2279344" y="1883376"/>
        <a:ext cx="940945" cy="470472"/>
      </dsp:txXfrm>
    </dsp:sp>
    <dsp:sp modelId="{55177F9C-AA94-49AD-91C2-02691E041C49}">
      <dsp:nvSpPr>
        <dsp:cNvPr id="0" name=""/>
        <dsp:cNvSpPr/>
      </dsp:nvSpPr>
      <dsp:spPr>
        <a:xfrm>
          <a:off x="3417888" y="1883376"/>
          <a:ext cx="940945" cy="470472"/>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kern="1200">
              <a:solidFill>
                <a:schemeClr val="tx1"/>
              </a:solidFill>
              <a:latin typeface="Neue Haas Grotesk Text Pro"/>
            </a:rPr>
            <a:t>Feature with missing value</a:t>
          </a:r>
          <a:endParaRPr lang="en-GB" sz="1100" kern="1200">
            <a:solidFill>
              <a:schemeClr val="tx1"/>
            </a:solidFill>
          </a:endParaRPr>
        </a:p>
      </dsp:txBody>
      <dsp:txXfrm>
        <a:off x="3417888" y="1883376"/>
        <a:ext cx="940945" cy="4704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068723-06D4-44CD-B410-EE158EC8D2CE}">
      <dsp:nvSpPr>
        <dsp:cNvPr id="0" name=""/>
        <dsp:cNvSpPr/>
      </dsp:nvSpPr>
      <dsp:spPr>
        <a:xfrm>
          <a:off x="1959429" y="1494188"/>
          <a:ext cx="1386310" cy="240599"/>
        </a:xfrm>
        <a:custGeom>
          <a:avLst/>
          <a:gdLst/>
          <a:ahLst/>
          <a:cxnLst/>
          <a:rect l="0" t="0" r="0" b="0"/>
          <a:pathLst>
            <a:path>
              <a:moveTo>
                <a:pt x="0" y="0"/>
              </a:moveTo>
              <a:lnTo>
                <a:pt x="0" y="120299"/>
              </a:lnTo>
              <a:lnTo>
                <a:pt x="1386310" y="120299"/>
              </a:lnTo>
              <a:lnTo>
                <a:pt x="1386310" y="24059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F874FF-02AC-4284-969A-ACCAFF5958E8}">
      <dsp:nvSpPr>
        <dsp:cNvPr id="0" name=""/>
        <dsp:cNvSpPr/>
      </dsp:nvSpPr>
      <dsp:spPr>
        <a:xfrm>
          <a:off x="1913709" y="1494188"/>
          <a:ext cx="91440" cy="240599"/>
        </a:xfrm>
        <a:custGeom>
          <a:avLst/>
          <a:gdLst/>
          <a:ahLst/>
          <a:cxnLst/>
          <a:rect l="0" t="0" r="0" b="0"/>
          <a:pathLst>
            <a:path>
              <a:moveTo>
                <a:pt x="45720" y="0"/>
              </a:moveTo>
              <a:lnTo>
                <a:pt x="45720" y="24059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96733F-FD01-461E-BC1B-573B6CD1DA98}">
      <dsp:nvSpPr>
        <dsp:cNvPr id="0" name=""/>
        <dsp:cNvSpPr/>
      </dsp:nvSpPr>
      <dsp:spPr>
        <a:xfrm>
          <a:off x="573118" y="1494188"/>
          <a:ext cx="1386310" cy="240599"/>
        </a:xfrm>
        <a:custGeom>
          <a:avLst/>
          <a:gdLst/>
          <a:ahLst/>
          <a:cxnLst/>
          <a:rect l="0" t="0" r="0" b="0"/>
          <a:pathLst>
            <a:path>
              <a:moveTo>
                <a:pt x="1386310" y="0"/>
              </a:moveTo>
              <a:lnTo>
                <a:pt x="1386310" y="120299"/>
              </a:lnTo>
              <a:lnTo>
                <a:pt x="0" y="120299"/>
              </a:lnTo>
              <a:lnTo>
                <a:pt x="0" y="24059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8DD544-A04A-4BC8-AAD8-E313F829892E}">
      <dsp:nvSpPr>
        <dsp:cNvPr id="0" name=""/>
        <dsp:cNvSpPr/>
      </dsp:nvSpPr>
      <dsp:spPr>
        <a:xfrm>
          <a:off x="1386573" y="921332"/>
          <a:ext cx="1145711" cy="572855"/>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solidFill>
                <a:schemeClr val="tx1"/>
              </a:solidFill>
              <a:latin typeface="Neue Haas Grotesk Text Pro"/>
            </a:rPr>
            <a:t>Fuel Type</a:t>
          </a:r>
        </a:p>
      </dsp:txBody>
      <dsp:txXfrm>
        <a:off x="1386573" y="921332"/>
        <a:ext cx="1145711" cy="572855"/>
      </dsp:txXfrm>
    </dsp:sp>
    <dsp:sp modelId="{9EF228DE-1500-46C7-9FD0-55AA45793129}">
      <dsp:nvSpPr>
        <dsp:cNvPr id="0" name=""/>
        <dsp:cNvSpPr/>
      </dsp:nvSpPr>
      <dsp:spPr>
        <a:xfrm>
          <a:off x="263" y="1734787"/>
          <a:ext cx="1145711" cy="572855"/>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a:solidFill>
                <a:schemeClr val="tx1"/>
              </a:solidFill>
              <a:latin typeface="Neue Haas Grotesk Text Pro"/>
            </a:rPr>
            <a:t>General</a:t>
          </a:r>
          <a:endParaRPr lang="en-GB" sz="1900" kern="1200">
            <a:solidFill>
              <a:schemeClr val="tx1"/>
            </a:solidFill>
          </a:endParaRPr>
        </a:p>
      </dsp:txBody>
      <dsp:txXfrm>
        <a:off x="263" y="1734787"/>
        <a:ext cx="1145711" cy="572855"/>
      </dsp:txXfrm>
    </dsp:sp>
    <dsp:sp modelId="{001153EE-75FB-47AA-9E5D-445164CE4048}">
      <dsp:nvSpPr>
        <dsp:cNvPr id="0" name=""/>
        <dsp:cNvSpPr/>
      </dsp:nvSpPr>
      <dsp:spPr>
        <a:xfrm>
          <a:off x="1386573" y="1734787"/>
          <a:ext cx="1145711" cy="572855"/>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a:solidFill>
                <a:schemeClr val="tx1"/>
              </a:solidFill>
              <a:latin typeface="Neue Haas Grotesk Text Pro"/>
            </a:rPr>
            <a:t>Hybrid</a:t>
          </a:r>
        </a:p>
      </dsp:txBody>
      <dsp:txXfrm>
        <a:off x="1386573" y="1734787"/>
        <a:ext cx="1145711" cy="572855"/>
      </dsp:txXfrm>
    </dsp:sp>
    <dsp:sp modelId="{55177F9C-AA94-49AD-91C2-02691E041C49}">
      <dsp:nvSpPr>
        <dsp:cNvPr id="0" name=""/>
        <dsp:cNvSpPr/>
      </dsp:nvSpPr>
      <dsp:spPr>
        <a:xfrm>
          <a:off x="2772883" y="1734787"/>
          <a:ext cx="1145711" cy="572855"/>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solidFill>
                <a:schemeClr val="tx1"/>
              </a:solidFill>
              <a:latin typeface="Neue Haas Grotesk Text Pro"/>
            </a:rPr>
            <a:t>Electric</a:t>
          </a:r>
          <a:endParaRPr lang="en-GB" sz="1900" kern="1200">
            <a:solidFill>
              <a:schemeClr val="tx1"/>
            </a:solidFill>
          </a:endParaRPr>
        </a:p>
      </dsp:txBody>
      <dsp:txXfrm>
        <a:off x="2772883" y="1734787"/>
        <a:ext cx="1145711" cy="5728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3C262C-0F30-4038-A0D5-C7525B3140DE}">
      <dsp:nvSpPr>
        <dsp:cNvPr id="0" name=""/>
        <dsp:cNvSpPr/>
      </dsp:nvSpPr>
      <dsp:spPr>
        <a:xfrm rot="5400000">
          <a:off x="-276270" y="278553"/>
          <a:ext cx="1841803" cy="1289262"/>
        </a:xfrm>
        <a:prstGeom prst="chevron">
          <a:avLst/>
        </a:prstGeom>
        <a:solidFill>
          <a:srgbClr val="99131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GB" sz="1100" b="1" kern="1200">
              <a:solidFill>
                <a:schemeClr val="tx1"/>
              </a:solidFill>
              <a:latin typeface="Calibri"/>
              <a:ea typeface="Calibri"/>
              <a:cs typeface="Calibri"/>
            </a:rPr>
            <a:t>Vehicle Features</a:t>
          </a:r>
          <a:endParaRPr lang="en-US" sz="1100" b="1" kern="1200">
            <a:solidFill>
              <a:schemeClr val="tx1"/>
            </a:solidFill>
            <a:latin typeface="Calibri"/>
            <a:ea typeface="Calibri"/>
            <a:cs typeface="Calibri"/>
          </a:endParaRPr>
        </a:p>
      </dsp:txBody>
      <dsp:txXfrm rot="-5400000">
        <a:off x="1" y="646913"/>
        <a:ext cx="1289262" cy="552541"/>
      </dsp:txXfrm>
    </dsp:sp>
    <dsp:sp modelId="{FE4B37EE-949D-45E6-8B8A-95A1AF685DA3}">
      <dsp:nvSpPr>
        <dsp:cNvPr id="0" name=""/>
        <dsp:cNvSpPr/>
      </dsp:nvSpPr>
      <dsp:spPr>
        <a:xfrm rot="5400000">
          <a:off x="2010916" y="-719370"/>
          <a:ext cx="1197172" cy="2640479"/>
        </a:xfrm>
        <a:prstGeom prst="round2SameRect">
          <a:avLst/>
        </a:prstGeom>
        <a:solidFill>
          <a:schemeClr val="tx1"/>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en-GB" sz="800" b="0" kern="1200">
              <a:solidFill>
                <a:srgbClr val="444444"/>
              </a:solidFill>
              <a:latin typeface="Calibri"/>
              <a:ea typeface="Calibri"/>
              <a:cs typeface="Calibri"/>
            </a:rPr>
            <a:t>Seats</a:t>
          </a:r>
          <a:endParaRPr lang="en-US" sz="800" b="0" kern="1200">
            <a:solidFill>
              <a:srgbClr val="444444"/>
            </a:solidFill>
            <a:latin typeface="Calibri"/>
            <a:ea typeface="Calibri"/>
            <a:cs typeface="Calibri"/>
          </a:endParaRPr>
        </a:p>
        <a:p>
          <a:pPr marL="57150" lvl="1" indent="-57150" algn="l" defTabSz="355600">
            <a:lnSpc>
              <a:spcPct val="90000"/>
            </a:lnSpc>
            <a:spcBef>
              <a:spcPct val="0"/>
            </a:spcBef>
            <a:spcAft>
              <a:spcPct val="15000"/>
            </a:spcAft>
            <a:buChar char="•"/>
          </a:pPr>
          <a:r>
            <a:rPr lang="en-GB" sz="800" b="0" kern="1200">
              <a:solidFill>
                <a:srgbClr val="444444"/>
              </a:solidFill>
              <a:latin typeface="Calibri"/>
              <a:ea typeface="Calibri"/>
              <a:cs typeface="Calibri"/>
            </a:rPr>
            <a:t>Doors</a:t>
          </a:r>
          <a:endParaRPr lang="en-US" sz="800" b="0" kern="1200">
            <a:solidFill>
              <a:srgbClr val="444444"/>
            </a:solidFill>
            <a:latin typeface="Calibri"/>
            <a:ea typeface="Calibri"/>
            <a:cs typeface="Calibri"/>
          </a:endParaRPr>
        </a:p>
        <a:p>
          <a:pPr marL="57150" lvl="1" indent="-57150" algn="l" defTabSz="355600">
            <a:lnSpc>
              <a:spcPct val="90000"/>
            </a:lnSpc>
            <a:spcBef>
              <a:spcPct val="0"/>
            </a:spcBef>
            <a:spcAft>
              <a:spcPct val="15000"/>
            </a:spcAft>
            <a:buChar char="•"/>
          </a:pPr>
          <a:r>
            <a:rPr lang="en-GB" sz="800" b="0" kern="1200">
              <a:solidFill>
                <a:srgbClr val="444444"/>
              </a:solidFill>
              <a:latin typeface="Calibri"/>
              <a:ea typeface="Calibri"/>
              <a:cs typeface="Calibri"/>
            </a:rPr>
            <a:t>CO2 Emissions</a:t>
          </a:r>
          <a:endParaRPr lang="en-US" sz="800" b="0" kern="1200">
            <a:solidFill>
              <a:srgbClr val="444444"/>
            </a:solidFill>
            <a:latin typeface="Calibri"/>
            <a:ea typeface="Calibri"/>
            <a:cs typeface="Calibri"/>
          </a:endParaRPr>
        </a:p>
        <a:p>
          <a:pPr marL="57150" lvl="1" indent="-57150" algn="l" defTabSz="355600">
            <a:lnSpc>
              <a:spcPct val="90000"/>
            </a:lnSpc>
            <a:spcBef>
              <a:spcPct val="0"/>
            </a:spcBef>
            <a:spcAft>
              <a:spcPct val="15000"/>
            </a:spcAft>
            <a:buChar char="•"/>
          </a:pPr>
          <a:r>
            <a:rPr lang="en-GB" sz="800" b="0" kern="1200">
              <a:solidFill>
                <a:srgbClr val="444444"/>
              </a:solidFill>
              <a:latin typeface="Calibri"/>
              <a:ea typeface="Calibri"/>
              <a:cs typeface="Calibri"/>
            </a:rPr>
            <a:t>Engine Power </a:t>
          </a:r>
          <a:endParaRPr lang="en-US" sz="800" b="0" kern="1200">
            <a:solidFill>
              <a:srgbClr val="444444"/>
            </a:solidFill>
            <a:latin typeface="Calibri"/>
            <a:ea typeface="Calibri"/>
            <a:cs typeface="Calibri"/>
          </a:endParaRPr>
        </a:p>
        <a:p>
          <a:pPr marL="57150" lvl="1" indent="-57150" algn="l" defTabSz="355600">
            <a:lnSpc>
              <a:spcPct val="90000"/>
            </a:lnSpc>
            <a:spcBef>
              <a:spcPct val="0"/>
            </a:spcBef>
            <a:spcAft>
              <a:spcPct val="15000"/>
            </a:spcAft>
            <a:buChar char="•"/>
          </a:pPr>
          <a:r>
            <a:rPr lang="en-GB" sz="800" b="0" kern="1200">
              <a:solidFill>
                <a:srgbClr val="444444"/>
              </a:solidFill>
              <a:latin typeface="Calibri"/>
              <a:ea typeface="Calibri"/>
              <a:cs typeface="Calibri"/>
            </a:rPr>
            <a:t>Length</a:t>
          </a:r>
          <a:endParaRPr lang="en-US" sz="800" b="0" kern="1200">
            <a:solidFill>
              <a:srgbClr val="444444"/>
            </a:solidFill>
            <a:latin typeface="Calibri"/>
            <a:ea typeface="Calibri"/>
            <a:cs typeface="Calibri"/>
          </a:endParaRPr>
        </a:p>
        <a:p>
          <a:pPr marL="57150" lvl="1" indent="-57150" algn="l" defTabSz="355600">
            <a:lnSpc>
              <a:spcPct val="90000"/>
            </a:lnSpc>
            <a:spcBef>
              <a:spcPct val="0"/>
            </a:spcBef>
            <a:spcAft>
              <a:spcPct val="15000"/>
            </a:spcAft>
            <a:buChar char="•"/>
          </a:pPr>
          <a:r>
            <a:rPr lang="en-GB" sz="800" b="0" kern="1200">
              <a:solidFill>
                <a:srgbClr val="444444"/>
              </a:solidFill>
              <a:latin typeface="Calibri"/>
              <a:ea typeface="Calibri"/>
              <a:cs typeface="Calibri"/>
            </a:rPr>
            <a:t>Boost Space </a:t>
          </a:r>
          <a:endParaRPr lang="en-GB" sz="800" kern="1200"/>
        </a:p>
      </dsp:txBody>
      <dsp:txXfrm rot="-5400000">
        <a:off x="1289263" y="60724"/>
        <a:ext cx="2582038" cy="1080290"/>
      </dsp:txXfrm>
    </dsp:sp>
    <dsp:sp modelId="{285E5782-1AEB-4ED9-B823-A57B44817E6B}">
      <dsp:nvSpPr>
        <dsp:cNvPr id="0" name=""/>
        <dsp:cNvSpPr/>
      </dsp:nvSpPr>
      <dsp:spPr>
        <a:xfrm rot="5400000">
          <a:off x="-276270" y="1867533"/>
          <a:ext cx="1841803" cy="1289262"/>
        </a:xfrm>
        <a:prstGeom prst="chevron">
          <a:avLst/>
        </a:prstGeom>
        <a:solidFill>
          <a:srgbClr val="AC292A"/>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b="1" kern="1200">
              <a:solidFill>
                <a:schemeClr val="tx1"/>
              </a:solidFill>
              <a:latin typeface="Neue Haas Grotesk Text Pro"/>
            </a:rPr>
            <a:t>Seller/Autotrader </a:t>
          </a:r>
          <a:r>
            <a:rPr lang="en-GB" sz="1100" b="1" i="0" kern="1200">
              <a:solidFill>
                <a:schemeClr val="tx1"/>
              </a:solidFill>
              <a:latin typeface="Neue Haas Grotesk Text Pro"/>
              <a:cs typeface="Arial"/>
            </a:rPr>
            <a:t> </a:t>
          </a:r>
          <a:r>
            <a:rPr lang="en-GB" sz="1100" b="1" i="1" kern="1200">
              <a:solidFill>
                <a:schemeClr val="tx1"/>
              </a:solidFill>
              <a:latin typeface="Arial"/>
              <a:cs typeface="Arial"/>
            </a:rPr>
            <a:t>Features</a:t>
          </a:r>
          <a:endParaRPr lang="en-GB" sz="1100" b="1" i="0" kern="1200">
            <a:solidFill>
              <a:schemeClr val="tx1"/>
            </a:solidFill>
            <a:latin typeface="Neue Haas Grotesk Text Pro"/>
            <a:cs typeface="Arial"/>
          </a:endParaRPr>
        </a:p>
      </dsp:txBody>
      <dsp:txXfrm rot="-5400000">
        <a:off x="1" y="2235893"/>
        <a:ext cx="1289262" cy="552541"/>
      </dsp:txXfrm>
    </dsp:sp>
    <dsp:sp modelId="{3BE84380-DF84-4CF5-BC0D-23D94F8EB8E9}">
      <dsp:nvSpPr>
        <dsp:cNvPr id="0" name=""/>
        <dsp:cNvSpPr/>
      </dsp:nvSpPr>
      <dsp:spPr>
        <a:xfrm rot="5400000">
          <a:off x="2010916" y="869609"/>
          <a:ext cx="1197172" cy="2640479"/>
        </a:xfrm>
        <a:prstGeom prst="round2SameRect">
          <a:avLst/>
        </a:prstGeom>
        <a:solidFill>
          <a:schemeClr val="tx1"/>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5080" rIns="5080" bIns="5080" numCol="1" spcCol="1270" anchor="ctr" anchorCtr="0">
          <a:noAutofit/>
        </a:bodyPr>
        <a:lstStyle/>
        <a:p>
          <a:pPr marL="57150" lvl="1" indent="-57150" algn="l" defTabSz="355600" rtl="0">
            <a:lnSpc>
              <a:spcPct val="90000"/>
            </a:lnSpc>
            <a:spcBef>
              <a:spcPct val="0"/>
            </a:spcBef>
            <a:spcAft>
              <a:spcPct val="15000"/>
            </a:spcAft>
            <a:buChar char="•"/>
          </a:pPr>
          <a:r>
            <a:rPr lang="en-US" sz="800" i="1" kern="1200">
              <a:latin typeface="Arial"/>
              <a:cs typeface="Arial"/>
            </a:rPr>
            <a:t>Stock item id</a:t>
          </a:r>
        </a:p>
        <a:p>
          <a:pPr marL="57150" lvl="1" indent="-57150" algn="l" defTabSz="355600" rtl="0">
            <a:lnSpc>
              <a:spcPct val="90000"/>
            </a:lnSpc>
            <a:spcBef>
              <a:spcPct val="0"/>
            </a:spcBef>
            <a:spcAft>
              <a:spcPct val="15000"/>
            </a:spcAft>
            <a:buChar char="•"/>
          </a:pPr>
          <a:r>
            <a:rPr lang="en-GB" sz="800" kern="1200">
              <a:latin typeface="Neue Haas Grotesk Text Pro"/>
            </a:rPr>
            <a:t>Last Date Seen</a:t>
          </a:r>
          <a:endParaRPr lang="en-GB" sz="800" kern="1200"/>
        </a:p>
        <a:p>
          <a:pPr marL="57150" lvl="1" indent="-57150" algn="l" defTabSz="355600" rtl="0">
            <a:lnSpc>
              <a:spcPct val="90000"/>
            </a:lnSpc>
            <a:spcBef>
              <a:spcPct val="0"/>
            </a:spcBef>
            <a:spcAft>
              <a:spcPct val="15000"/>
            </a:spcAft>
            <a:buChar char="•"/>
          </a:pPr>
          <a:r>
            <a:rPr lang="en-GB" sz="800" kern="1200">
              <a:latin typeface="Neue Haas Grotesk Text Pro"/>
            </a:rPr>
            <a:t>First Date Seen</a:t>
          </a:r>
        </a:p>
        <a:p>
          <a:pPr marL="57150" lvl="1" indent="-57150" algn="l" defTabSz="355600" rtl="0">
            <a:lnSpc>
              <a:spcPct val="90000"/>
            </a:lnSpc>
            <a:spcBef>
              <a:spcPct val="0"/>
            </a:spcBef>
            <a:spcAft>
              <a:spcPct val="15000"/>
            </a:spcAft>
            <a:buChar char="•"/>
          </a:pPr>
          <a:r>
            <a:rPr lang="en-GB" sz="800" kern="1200">
              <a:latin typeface="Neue Haas Grotesk Text Pro"/>
            </a:rPr>
            <a:t>Can Home Deliver</a:t>
          </a:r>
        </a:p>
        <a:p>
          <a:pPr marL="57150" lvl="1" indent="-57150" algn="l" defTabSz="355600" rtl="0">
            <a:lnSpc>
              <a:spcPct val="90000"/>
            </a:lnSpc>
            <a:spcBef>
              <a:spcPct val="0"/>
            </a:spcBef>
            <a:spcAft>
              <a:spcPct val="15000"/>
            </a:spcAft>
            <a:buChar char="•"/>
          </a:pPr>
          <a:r>
            <a:rPr lang="en-GB" sz="800" kern="1200">
              <a:latin typeface="Neue Haas Grotesk Text Pro"/>
            </a:rPr>
            <a:t>Reviews per 100 advertised</a:t>
          </a:r>
        </a:p>
        <a:p>
          <a:pPr marL="57150" lvl="1" indent="-57150" algn="l" defTabSz="355600">
            <a:lnSpc>
              <a:spcPct val="90000"/>
            </a:lnSpc>
            <a:spcBef>
              <a:spcPct val="0"/>
            </a:spcBef>
            <a:spcAft>
              <a:spcPct val="15000"/>
            </a:spcAft>
            <a:buChar char="•"/>
          </a:pPr>
          <a:r>
            <a:rPr lang="en-GB" sz="800" kern="1200">
              <a:latin typeface="Neue Haas Grotesk Text Pro"/>
            </a:rPr>
            <a:t>Segment</a:t>
          </a:r>
        </a:p>
        <a:p>
          <a:pPr marL="57150" lvl="1" indent="-57150" algn="l" defTabSz="355600" rtl="0">
            <a:lnSpc>
              <a:spcPct val="90000"/>
            </a:lnSpc>
            <a:spcBef>
              <a:spcPct val="0"/>
            </a:spcBef>
            <a:spcAft>
              <a:spcPct val="15000"/>
            </a:spcAft>
            <a:buChar char="•"/>
          </a:pPr>
          <a:r>
            <a:rPr lang="en-GB" sz="800" kern="1200">
              <a:latin typeface="Neue Haas Grotesk Text Pro"/>
            </a:rPr>
            <a:t>Derivative id</a:t>
          </a:r>
        </a:p>
        <a:p>
          <a:pPr marL="57150" lvl="1" indent="-57150" algn="l" defTabSz="355600" rtl="0">
            <a:lnSpc>
              <a:spcPct val="90000"/>
            </a:lnSpc>
            <a:spcBef>
              <a:spcPct val="0"/>
            </a:spcBef>
            <a:spcAft>
              <a:spcPct val="15000"/>
            </a:spcAft>
            <a:buChar char="•"/>
          </a:pPr>
          <a:r>
            <a:rPr lang="en-GB" sz="800" kern="1200">
              <a:latin typeface="Neue Haas Grotesk Text Pro"/>
            </a:rPr>
            <a:t>Manufacturer Approved</a:t>
          </a:r>
        </a:p>
      </dsp:txBody>
      <dsp:txXfrm rot="-5400000">
        <a:off x="1289263" y="1649704"/>
        <a:ext cx="2582038" cy="10802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5DE76-E054-4875-8ADA-F088A4D27837}">
      <dsp:nvSpPr>
        <dsp:cNvPr id="0" name=""/>
        <dsp:cNvSpPr/>
      </dsp:nvSpPr>
      <dsp:spPr>
        <a:xfrm rot="5400000">
          <a:off x="-285178" y="288044"/>
          <a:ext cx="1901191" cy="1330833"/>
        </a:xfrm>
        <a:prstGeom prst="chevron">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Vehicle Features</a:t>
          </a:r>
          <a:endParaRPr lang="en-GB" sz="1200" b="1" kern="1200">
            <a:solidFill>
              <a:schemeClr val="tx1"/>
            </a:solidFill>
          </a:endParaRPr>
        </a:p>
      </dsp:txBody>
      <dsp:txXfrm rot="-5400000">
        <a:off x="2" y="668282"/>
        <a:ext cx="1330833" cy="570358"/>
      </dsp:txXfrm>
    </dsp:sp>
    <dsp:sp modelId="{22C25EC1-2121-47E4-92B9-2E8CA253D389}">
      <dsp:nvSpPr>
        <dsp:cNvPr id="0" name=""/>
        <dsp:cNvSpPr/>
      </dsp:nvSpPr>
      <dsp:spPr>
        <a:xfrm rot="5400000">
          <a:off x="2129994" y="-796294"/>
          <a:ext cx="1235774" cy="2834095"/>
        </a:xfrm>
        <a:prstGeom prst="round2SameRect">
          <a:avLst/>
        </a:prstGeom>
        <a:solidFill>
          <a:schemeClr val="tx1"/>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445" rIns="4445" bIns="4445" numCol="1" spcCol="1270" anchor="ctr" anchorCtr="0">
          <a:noAutofit/>
        </a:bodyPr>
        <a:lstStyle/>
        <a:p>
          <a:pPr marL="57150" lvl="1" indent="-57150" algn="l" defTabSz="311150" rtl="0">
            <a:lnSpc>
              <a:spcPct val="90000"/>
            </a:lnSpc>
            <a:spcBef>
              <a:spcPct val="0"/>
            </a:spcBef>
            <a:spcAft>
              <a:spcPct val="15000"/>
            </a:spcAft>
            <a:buChar char="•"/>
          </a:pPr>
          <a:r>
            <a:rPr lang="en-GB" sz="700" kern="1200">
              <a:latin typeface="Neue Haas Grotesk Text Pro"/>
            </a:rPr>
            <a:t>Top Speed           Derivative</a:t>
          </a:r>
          <a:endParaRPr lang="en-GB" sz="700" kern="1200"/>
        </a:p>
        <a:p>
          <a:pPr marL="57150" lvl="1" indent="-57150" algn="l" defTabSz="311150" rtl="0">
            <a:lnSpc>
              <a:spcPct val="90000"/>
            </a:lnSpc>
            <a:spcBef>
              <a:spcPct val="0"/>
            </a:spcBef>
            <a:spcAft>
              <a:spcPct val="15000"/>
            </a:spcAft>
            <a:buChar char="•"/>
          </a:pPr>
          <a:r>
            <a:rPr lang="en-GB" sz="700" kern="1200">
              <a:latin typeface="Neue Haas Grotesk Text Pro"/>
            </a:rPr>
            <a:t>Zero to Sixty     </a:t>
          </a:r>
          <a:r>
            <a:rPr lang="en-GB" sz="700" kern="1200">
              <a:solidFill>
                <a:srgbClr val="000000"/>
              </a:solidFill>
              <a:latin typeface="Neue Haas Grotesk Text Pro"/>
              <a:ea typeface="Calibri"/>
              <a:cs typeface="Calibri"/>
            </a:rPr>
            <a:t>  </a:t>
          </a:r>
          <a:r>
            <a:rPr lang="en-GB" sz="700" kern="1200">
              <a:latin typeface="Neue Haas Grotesk Text Pro"/>
              <a:ea typeface="Calibri"/>
              <a:cs typeface="Calibri"/>
            </a:rPr>
            <a:t>   Fuel Type       </a:t>
          </a:r>
          <a:endParaRPr lang="en-GB" sz="700" kern="1200"/>
        </a:p>
        <a:p>
          <a:pPr marL="57150" lvl="1" indent="-57150" algn="l" defTabSz="311150" rtl="0">
            <a:lnSpc>
              <a:spcPct val="90000"/>
            </a:lnSpc>
            <a:spcBef>
              <a:spcPct val="0"/>
            </a:spcBef>
            <a:spcAft>
              <a:spcPct val="15000"/>
            </a:spcAft>
            <a:buChar char="•"/>
          </a:pPr>
          <a:r>
            <a:rPr lang="en-GB" sz="700" kern="1200">
              <a:latin typeface="Neue Haas Grotesk Text Pro"/>
            </a:rPr>
            <a:t>Fuel Economy          Transmission Type</a:t>
          </a:r>
        </a:p>
        <a:p>
          <a:pPr marL="57150" lvl="1" indent="-57150" algn="l" defTabSz="311150" rtl="0">
            <a:lnSpc>
              <a:spcPct val="90000"/>
            </a:lnSpc>
            <a:spcBef>
              <a:spcPct val="0"/>
            </a:spcBef>
            <a:spcAft>
              <a:spcPct val="15000"/>
            </a:spcAft>
            <a:buChar char="•"/>
          </a:pPr>
          <a:r>
            <a:rPr lang="en-GB" sz="700" kern="1200">
              <a:latin typeface="Neue Haas Grotesk Text Pro"/>
            </a:rPr>
            <a:t>*Battery Range*          Drivetrain</a:t>
          </a:r>
        </a:p>
        <a:p>
          <a:pPr marL="57150" lvl="1" indent="-57150" algn="l" defTabSz="311150" rtl="0">
            <a:lnSpc>
              <a:spcPct val="90000"/>
            </a:lnSpc>
            <a:spcBef>
              <a:spcPct val="0"/>
            </a:spcBef>
            <a:spcAft>
              <a:spcPct val="15000"/>
            </a:spcAft>
            <a:buChar char="•"/>
          </a:pPr>
          <a:r>
            <a:rPr lang="en-GB" sz="700" kern="1200">
              <a:latin typeface="Neue Haas Grotesk Text Pro"/>
            </a:rPr>
            <a:t>*Battery Usable Capacity*    Colour</a:t>
          </a:r>
        </a:p>
        <a:p>
          <a:pPr marL="57150" lvl="1" indent="-57150" algn="l" defTabSz="311150" rtl="0">
            <a:lnSpc>
              <a:spcPct val="90000"/>
            </a:lnSpc>
            <a:spcBef>
              <a:spcPct val="0"/>
            </a:spcBef>
            <a:spcAft>
              <a:spcPct val="15000"/>
            </a:spcAft>
            <a:buChar char="•"/>
          </a:pPr>
          <a:r>
            <a:rPr lang="en-GB" sz="700" kern="1200">
              <a:latin typeface="Neue Haas Grotesk Text Pro"/>
            </a:rPr>
            <a:t>*Plate*               Odometer Reading</a:t>
          </a:r>
        </a:p>
        <a:p>
          <a:pPr marL="57150" lvl="1" indent="-57150" algn="l" defTabSz="311150" rtl="0">
            <a:lnSpc>
              <a:spcPct val="90000"/>
            </a:lnSpc>
            <a:spcBef>
              <a:spcPct val="0"/>
            </a:spcBef>
            <a:spcAft>
              <a:spcPct val="15000"/>
            </a:spcAft>
            <a:buChar char="•"/>
          </a:pPr>
          <a:r>
            <a:rPr lang="en-GB" sz="700" kern="1200">
              <a:latin typeface="Neue Haas Grotesk Text Pro"/>
            </a:rPr>
            <a:t>Make            </a:t>
          </a:r>
        </a:p>
        <a:p>
          <a:pPr marL="57150" lvl="1" indent="-57150" algn="l" defTabSz="311150" rtl="0">
            <a:lnSpc>
              <a:spcPct val="90000"/>
            </a:lnSpc>
            <a:spcBef>
              <a:spcPct val="0"/>
            </a:spcBef>
            <a:spcAft>
              <a:spcPct val="15000"/>
            </a:spcAft>
            <a:buChar char="•"/>
          </a:pPr>
          <a:r>
            <a:rPr lang="en-GB" sz="700" kern="1200">
              <a:latin typeface="Neue Haas Grotesk Text Pro"/>
            </a:rPr>
            <a:t>Model </a:t>
          </a:r>
        </a:p>
        <a:p>
          <a:pPr marL="57150" lvl="1" indent="-57150" algn="l" defTabSz="311150">
            <a:lnSpc>
              <a:spcPct val="90000"/>
            </a:lnSpc>
            <a:spcBef>
              <a:spcPct val="0"/>
            </a:spcBef>
            <a:spcAft>
              <a:spcPct val="15000"/>
            </a:spcAft>
            <a:buChar char="•"/>
          </a:pPr>
          <a:r>
            <a:rPr lang="en-GB" sz="700" kern="1200">
              <a:latin typeface="Neue Haas Grotesk Text Pro"/>
            </a:rPr>
            <a:t>Generation</a:t>
          </a:r>
        </a:p>
      </dsp:txBody>
      <dsp:txXfrm rot="-5400000">
        <a:off x="1330834" y="63192"/>
        <a:ext cx="2773769" cy="1115122"/>
      </dsp:txXfrm>
    </dsp:sp>
    <dsp:sp modelId="{AE1A7AF4-C283-414F-BCC5-1239E343AD07}">
      <dsp:nvSpPr>
        <dsp:cNvPr id="0" name=""/>
        <dsp:cNvSpPr/>
      </dsp:nvSpPr>
      <dsp:spPr>
        <a:xfrm rot="5400000">
          <a:off x="-285178" y="1920793"/>
          <a:ext cx="1901191" cy="1330833"/>
        </a:xfrm>
        <a:prstGeom prst="chevron">
          <a:avLst/>
        </a:prstGeom>
        <a:solidFill>
          <a:srgbClr val="00B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 Seller/ Autotrader Features</a:t>
          </a:r>
          <a:endParaRPr lang="en-GB" sz="1200" b="1" kern="1200">
            <a:solidFill>
              <a:schemeClr val="tx1"/>
            </a:solidFill>
          </a:endParaRPr>
        </a:p>
      </dsp:txBody>
      <dsp:txXfrm rot="-5400000">
        <a:off x="2" y="2301031"/>
        <a:ext cx="1330833" cy="570358"/>
      </dsp:txXfrm>
    </dsp:sp>
    <dsp:sp modelId="{B28E9D02-3812-496E-A094-646F2446E675}">
      <dsp:nvSpPr>
        <dsp:cNvPr id="0" name=""/>
        <dsp:cNvSpPr/>
      </dsp:nvSpPr>
      <dsp:spPr>
        <a:xfrm rot="5400000">
          <a:off x="2129994" y="836454"/>
          <a:ext cx="1235774" cy="2834095"/>
        </a:xfrm>
        <a:prstGeom prst="round2SameRect">
          <a:avLst/>
        </a:prstGeom>
        <a:solidFill>
          <a:schemeClr val="tx1"/>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4445" rIns="4445" bIns="4445" numCol="1" spcCol="1270" anchor="ctr" anchorCtr="0">
          <a:noAutofit/>
        </a:bodyPr>
        <a:lstStyle/>
        <a:p>
          <a:pPr marL="57150" lvl="1" indent="-57150" algn="l" defTabSz="311150" rtl="0">
            <a:lnSpc>
              <a:spcPct val="90000"/>
            </a:lnSpc>
            <a:spcBef>
              <a:spcPct val="0"/>
            </a:spcBef>
            <a:spcAft>
              <a:spcPct val="15000"/>
            </a:spcAft>
            <a:buChar char="•"/>
          </a:pPr>
          <a:r>
            <a:rPr lang="en-GB" sz="700" kern="1200">
              <a:latin typeface="Neue Haas Grotesk Text Pro"/>
            </a:rPr>
            <a:t> Days To Sell               Price Indicator Rating</a:t>
          </a:r>
          <a:endParaRPr lang="en-GB" sz="700" kern="1200"/>
        </a:p>
        <a:p>
          <a:pPr marL="57150" lvl="1" indent="-57150" algn="l" defTabSz="311150" rtl="0">
            <a:lnSpc>
              <a:spcPct val="90000"/>
            </a:lnSpc>
            <a:spcBef>
              <a:spcPct val="0"/>
            </a:spcBef>
            <a:spcAft>
              <a:spcPct val="15000"/>
            </a:spcAft>
            <a:buChar char="•"/>
          </a:pPr>
          <a:r>
            <a:rPr lang="en-GB" sz="700" kern="1200">
              <a:latin typeface="Neue Haas Grotesk Text Pro"/>
            </a:rPr>
            <a:t>*First Retailer Asking Price*      Adjusted Retail Amount</a:t>
          </a:r>
          <a:endParaRPr lang="en-GB" sz="700" kern="1200"/>
        </a:p>
        <a:p>
          <a:pPr marL="57150" lvl="1" indent="-57150" algn="l" defTabSz="311150" rtl="0">
            <a:lnSpc>
              <a:spcPct val="90000"/>
            </a:lnSpc>
            <a:spcBef>
              <a:spcPct val="0"/>
            </a:spcBef>
            <a:spcAft>
              <a:spcPct val="15000"/>
            </a:spcAft>
            <a:buChar char="•"/>
          </a:pPr>
          <a:r>
            <a:rPr lang="en-GB" sz="700" kern="1200">
              <a:latin typeface="Neue Haas Grotesk Text Pro"/>
            </a:rPr>
            <a:t>*Last Retailer Asking Price*      Predicted Mileage</a:t>
          </a:r>
          <a:endParaRPr lang="en-GB" sz="700" kern="1200"/>
        </a:p>
        <a:p>
          <a:pPr marL="57150" lvl="1" indent="-57150" algn="l" defTabSz="311150" rtl="0">
            <a:lnSpc>
              <a:spcPct val="90000"/>
            </a:lnSpc>
            <a:spcBef>
              <a:spcPct val="0"/>
            </a:spcBef>
            <a:spcAft>
              <a:spcPct val="15000"/>
            </a:spcAft>
            <a:buChar char="•"/>
          </a:pPr>
          <a:r>
            <a:rPr lang="en-GB" sz="700" kern="1200">
              <a:latin typeface="Neue Haas Grotesk Text Pro"/>
            </a:rPr>
            <a:t>Insurance Group           Number Of Images</a:t>
          </a:r>
          <a:endParaRPr lang="en-GB" sz="700" kern="1200"/>
        </a:p>
        <a:p>
          <a:pPr marL="57150" lvl="1" indent="-57150" algn="l" defTabSz="311150" rtl="0">
            <a:lnSpc>
              <a:spcPct val="90000"/>
            </a:lnSpc>
            <a:spcBef>
              <a:spcPct val="0"/>
            </a:spcBef>
            <a:spcAft>
              <a:spcPct val="15000"/>
            </a:spcAft>
            <a:buChar char="•"/>
          </a:pPr>
          <a:r>
            <a:rPr lang="en-GB" sz="700" kern="1200">
              <a:latin typeface="Neue Haas Grotesk Text Pro"/>
            </a:rPr>
            <a:t> *First Registration Date*        First Image Label</a:t>
          </a:r>
        </a:p>
        <a:p>
          <a:pPr marL="57150" lvl="1" indent="-57150" algn="l" defTabSz="311150" rtl="0">
            <a:lnSpc>
              <a:spcPct val="90000"/>
            </a:lnSpc>
            <a:spcBef>
              <a:spcPct val="0"/>
            </a:spcBef>
            <a:spcAft>
              <a:spcPct val="15000"/>
            </a:spcAft>
            <a:buChar char="•"/>
          </a:pPr>
          <a:r>
            <a:rPr lang="en-GB" sz="700" kern="1200">
              <a:latin typeface="Neue Haas Grotesk Text Pro"/>
            </a:rPr>
            <a:t>Attention Grabber           Advert Quality</a:t>
          </a:r>
        </a:p>
        <a:p>
          <a:pPr marL="57150" lvl="1" indent="-57150" algn="l" defTabSz="311150" rtl="0">
            <a:lnSpc>
              <a:spcPct val="90000"/>
            </a:lnSpc>
            <a:spcBef>
              <a:spcPct val="0"/>
            </a:spcBef>
            <a:spcAft>
              <a:spcPct val="15000"/>
            </a:spcAft>
            <a:buChar char="•"/>
          </a:pPr>
          <a:r>
            <a:rPr lang="en-GB" sz="700" kern="1200">
              <a:latin typeface="Neue Haas Grotesk Text Pro"/>
            </a:rPr>
            <a:t>Postcode Area</a:t>
          </a:r>
        </a:p>
      </dsp:txBody>
      <dsp:txXfrm rot="-5400000">
        <a:off x="1330834" y="1695940"/>
        <a:ext cx="2773769" cy="11151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9BF7A9-82BC-4D03-BDD1-FE2B9E56D3BA}">
      <dsp:nvSpPr>
        <dsp:cNvPr id="0" name=""/>
        <dsp:cNvSpPr/>
      </dsp:nvSpPr>
      <dsp:spPr>
        <a:xfrm>
          <a:off x="0" y="729416"/>
          <a:ext cx="2564948" cy="987731"/>
        </a:xfrm>
        <a:prstGeom prst="rightArrow">
          <a:avLst/>
        </a:prstGeom>
        <a:solidFill>
          <a:srgbClr val="0525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5716DD-0A1C-4335-A133-E63BC7AEDB2E}">
      <dsp:nvSpPr>
        <dsp:cNvPr id="0" name=""/>
        <dsp:cNvSpPr/>
      </dsp:nvSpPr>
      <dsp:spPr>
        <a:xfrm>
          <a:off x="206899" y="976349"/>
          <a:ext cx="2101554" cy="493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1600" rIns="0" bIns="101600" numCol="1" spcCol="1270" anchor="ctr" anchorCtr="0">
          <a:noAutofit/>
        </a:bodyPr>
        <a:lstStyle/>
        <a:p>
          <a:pPr marL="0" lvl="0" indent="0" algn="ctr" defTabSz="444500" rtl="0">
            <a:lnSpc>
              <a:spcPct val="90000"/>
            </a:lnSpc>
            <a:spcBef>
              <a:spcPct val="0"/>
            </a:spcBef>
            <a:spcAft>
              <a:spcPct val="35000"/>
            </a:spcAft>
            <a:buNone/>
          </a:pPr>
          <a:r>
            <a:rPr lang="en-GB" sz="1000" b="1" kern="1200">
              <a:latin typeface="Neue Haas Grotesk Text Pro"/>
            </a:rPr>
            <a:t>Interquartile Range Outlier Removal</a:t>
          </a:r>
          <a:endParaRPr lang="en-GB" sz="1000" b="1" kern="1200"/>
        </a:p>
      </dsp:txBody>
      <dsp:txXfrm>
        <a:off x="206899" y="976349"/>
        <a:ext cx="2101554" cy="49386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5DF79-1A61-4E3C-AA7C-EF877BBCC333}">
      <dsp:nvSpPr>
        <dsp:cNvPr id="0" name=""/>
        <dsp:cNvSpPr/>
      </dsp:nvSpPr>
      <dsp:spPr>
        <a:xfrm rot="2562629">
          <a:off x="1861358" y="1578338"/>
          <a:ext cx="346568" cy="39814"/>
        </a:xfrm>
        <a:custGeom>
          <a:avLst/>
          <a:gdLst/>
          <a:ahLst/>
          <a:cxnLst/>
          <a:rect l="0" t="0" r="0" b="0"/>
          <a:pathLst>
            <a:path>
              <a:moveTo>
                <a:pt x="0" y="19907"/>
              </a:moveTo>
              <a:lnTo>
                <a:pt x="346568" y="199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53ED9D-5C97-4647-8D42-9A76BA3FF493}">
      <dsp:nvSpPr>
        <dsp:cNvPr id="0" name=""/>
        <dsp:cNvSpPr/>
      </dsp:nvSpPr>
      <dsp:spPr>
        <a:xfrm>
          <a:off x="1907315" y="1104722"/>
          <a:ext cx="385459" cy="39814"/>
        </a:xfrm>
        <a:custGeom>
          <a:avLst/>
          <a:gdLst/>
          <a:ahLst/>
          <a:cxnLst/>
          <a:rect l="0" t="0" r="0" b="0"/>
          <a:pathLst>
            <a:path>
              <a:moveTo>
                <a:pt x="0" y="19907"/>
              </a:moveTo>
              <a:lnTo>
                <a:pt x="385459" y="199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C3FFE2-77CC-4ED3-B296-0F5FDD6603FF}">
      <dsp:nvSpPr>
        <dsp:cNvPr id="0" name=""/>
        <dsp:cNvSpPr/>
      </dsp:nvSpPr>
      <dsp:spPr>
        <a:xfrm rot="19104642">
          <a:off x="1856369" y="628224"/>
          <a:ext cx="404207" cy="39814"/>
        </a:xfrm>
        <a:custGeom>
          <a:avLst/>
          <a:gdLst/>
          <a:ahLst/>
          <a:cxnLst/>
          <a:rect l="0" t="0" r="0" b="0"/>
          <a:pathLst>
            <a:path>
              <a:moveTo>
                <a:pt x="0" y="19907"/>
              </a:moveTo>
              <a:lnTo>
                <a:pt x="404207" y="199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0C0033-3605-49A4-BFEB-6E357A301318}">
      <dsp:nvSpPr>
        <dsp:cNvPr id="0" name=""/>
        <dsp:cNvSpPr/>
      </dsp:nvSpPr>
      <dsp:spPr>
        <a:xfrm>
          <a:off x="970526" y="573577"/>
          <a:ext cx="1102104" cy="1102104"/>
        </a:xfrm>
        <a:prstGeom prst="ellipse">
          <a:avLst/>
        </a:prstGeom>
        <a:solidFill>
          <a:srgbClr val="99131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2F45B3-1ECA-4512-8B00-9E9002DDB031}">
      <dsp:nvSpPr>
        <dsp:cNvPr id="0" name=""/>
        <dsp:cNvSpPr/>
      </dsp:nvSpPr>
      <dsp:spPr>
        <a:xfrm>
          <a:off x="2131868" y="727"/>
          <a:ext cx="616966" cy="616966"/>
        </a:xfrm>
        <a:prstGeom prst="ellipse">
          <a:avLst/>
        </a:prstGeom>
        <a:solidFill>
          <a:srgbClr val="99131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rtl="0">
            <a:lnSpc>
              <a:spcPct val="90000"/>
            </a:lnSpc>
            <a:spcBef>
              <a:spcPct val="0"/>
            </a:spcBef>
            <a:spcAft>
              <a:spcPct val="35000"/>
            </a:spcAft>
            <a:buNone/>
          </a:pPr>
          <a:r>
            <a:rPr lang="en-GB" sz="800" kern="1200">
              <a:latin typeface="Arial"/>
            </a:rPr>
            <a:t>Days To Sell</a:t>
          </a:r>
          <a:endParaRPr lang="en-GB" sz="800" kern="1200"/>
        </a:p>
      </dsp:txBody>
      <dsp:txXfrm>
        <a:off x="2222221" y="91080"/>
        <a:ext cx="436260" cy="436260"/>
      </dsp:txXfrm>
    </dsp:sp>
    <dsp:sp modelId="{36F45FF5-5948-4C96-B009-CB8A60D29036}">
      <dsp:nvSpPr>
        <dsp:cNvPr id="0" name=""/>
        <dsp:cNvSpPr/>
      </dsp:nvSpPr>
      <dsp:spPr>
        <a:xfrm>
          <a:off x="2292774" y="793998"/>
          <a:ext cx="661262" cy="661262"/>
        </a:xfrm>
        <a:prstGeom prst="ellipse">
          <a:avLst/>
        </a:prstGeom>
        <a:solidFill>
          <a:srgbClr val="99131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rtl="0">
            <a:lnSpc>
              <a:spcPct val="90000"/>
            </a:lnSpc>
            <a:spcBef>
              <a:spcPct val="0"/>
            </a:spcBef>
            <a:spcAft>
              <a:spcPct val="35000"/>
            </a:spcAft>
            <a:buNone/>
          </a:pPr>
          <a:r>
            <a:rPr lang="en-GB" sz="800" kern="1200">
              <a:latin typeface="Arial"/>
            </a:rPr>
            <a:t> Odometer Readings</a:t>
          </a:r>
        </a:p>
      </dsp:txBody>
      <dsp:txXfrm>
        <a:off x="2389614" y="890838"/>
        <a:ext cx="467582" cy="467582"/>
      </dsp:txXfrm>
    </dsp:sp>
    <dsp:sp modelId="{E79D4046-4292-46ED-9AC5-24F655E6DB7F}">
      <dsp:nvSpPr>
        <dsp:cNvPr id="0" name=""/>
        <dsp:cNvSpPr/>
      </dsp:nvSpPr>
      <dsp:spPr>
        <a:xfrm>
          <a:off x="2074283" y="1609416"/>
          <a:ext cx="661262" cy="661262"/>
        </a:xfrm>
        <a:prstGeom prst="ellipse">
          <a:avLst/>
        </a:prstGeom>
        <a:solidFill>
          <a:srgbClr val="99131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rtl="0">
            <a:lnSpc>
              <a:spcPct val="90000"/>
            </a:lnSpc>
            <a:spcBef>
              <a:spcPct val="0"/>
            </a:spcBef>
            <a:spcAft>
              <a:spcPct val="35000"/>
            </a:spcAft>
            <a:buNone/>
          </a:pPr>
          <a:r>
            <a:rPr lang="en-GB" sz="800" kern="1200">
              <a:latin typeface="Arial"/>
            </a:rPr>
            <a:t> Vehicle Age</a:t>
          </a:r>
        </a:p>
      </dsp:txBody>
      <dsp:txXfrm>
        <a:off x="2171123" y="1706256"/>
        <a:ext cx="467582" cy="4675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439705-5BC7-4869-AD23-79459696DC19}">
      <dsp:nvSpPr>
        <dsp:cNvPr id="0" name=""/>
        <dsp:cNvSpPr/>
      </dsp:nvSpPr>
      <dsp:spPr>
        <a:xfrm>
          <a:off x="0" y="1886322"/>
          <a:ext cx="4572000" cy="690264"/>
        </a:xfrm>
        <a:prstGeom prst="roundRect">
          <a:avLst>
            <a:gd name="adj" fmla="val 10000"/>
          </a:avLst>
        </a:prstGeom>
        <a:solidFill>
          <a:srgbClr val="9EA5C3"/>
        </a:solidFill>
        <a:ln>
          <a:noFill/>
        </a:ln>
        <a:effectLst/>
      </dsp:spPr>
      <dsp:style>
        <a:lnRef idx="0">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rtl="0">
            <a:lnSpc>
              <a:spcPct val="90000"/>
            </a:lnSpc>
            <a:spcBef>
              <a:spcPct val="0"/>
            </a:spcBef>
            <a:spcAft>
              <a:spcPct val="35000"/>
            </a:spcAft>
            <a:buNone/>
          </a:pPr>
          <a:r>
            <a:rPr lang="en-GB" sz="1000" b="1" kern="1200">
              <a:solidFill>
                <a:schemeClr val="tx1"/>
              </a:solidFill>
              <a:latin typeface="Neue Haas Grotesk Text Pro"/>
            </a:rPr>
            <a:t>Text Included in Attention Grabber</a:t>
          </a:r>
        </a:p>
      </dsp:txBody>
      <dsp:txXfrm>
        <a:off x="0" y="1886322"/>
        <a:ext cx="1371600" cy="690264"/>
      </dsp:txXfrm>
    </dsp:sp>
    <dsp:sp modelId="{AC286A83-9457-4417-B9CA-BAD3067CC8AD}">
      <dsp:nvSpPr>
        <dsp:cNvPr id="0" name=""/>
        <dsp:cNvSpPr/>
      </dsp:nvSpPr>
      <dsp:spPr>
        <a:xfrm>
          <a:off x="0" y="1081013"/>
          <a:ext cx="4572000" cy="690264"/>
        </a:xfrm>
        <a:prstGeom prst="roundRect">
          <a:avLst>
            <a:gd name="adj" fmla="val 10000"/>
          </a:avLst>
        </a:prstGeom>
        <a:solidFill>
          <a:srgbClr val="9AA3CB"/>
        </a:solidFill>
        <a:ln>
          <a:noFill/>
        </a:ln>
        <a:effectLst/>
      </dsp:spPr>
      <dsp:style>
        <a:lnRef idx="0">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rtl="0">
            <a:lnSpc>
              <a:spcPct val="90000"/>
            </a:lnSpc>
            <a:spcBef>
              <a:spcPct val="0"/>
            </a:spcBef>
            <a:spcAft>
              <a:spcPct val="35000"/>
            </a:spcAft>
            <a:buNone/>
          </a:pPr>
          <a:r>
            <a:rPr lang="en-GB" sz="1000" b="1" kern="1200">
              <a:solidFill>
                <a:schemeClr val="tx1"/>
              </a:solidFill>
              <a:latin typeface="Neue Haas Grotesk Text Pro"/>
            </a:rPr>
            <a:t>Attention Grabber Category (Navigation)</a:t>
          </a:r>
          <a:endParaRPr lang="en-GB" sz="1000" b="1" kern="1200">
            <a:solidFill>
              <a:schemeClr val="tx1"/>
            </a:solidFill>
          </a:endParaRPr>
        </a:p>
      </dsp:txBody>
      <dsp:txXfrm>
        <a:off x="0" y="1081013"/>
        <a:ext cx="1371600" cy="690264"/>
      </dsp:txXfrm>
    </dsp:sp>
    <dsp:sp modelId="{2BB4019B-5734-4556-A00D-6CBCCF5F3E03}">
      <dsp:nvSpPr>
        <dsp:cNvPr id="0" name=""/>
        <dsp:cNvSpPr/>
      </dsp:nvSpPr>
      <dsp:spPr>
        <a:xfrm>
          <a:off x="2494664" y="1138535"/>
          <a:ext cx="862831" cy="575220"/>
        </a:xfrm>
        <a:prstGeom prst="roundRect">
          <a:avLst>
            <a:gd name="adj" fmla="val 10000"/>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b="1" kern="1200">
              <a:solidFill>
                <a:schemeClr val="tx1"/>
              </a:solidFill>
              <a:latin typeface="Neue Haas Grotesk Text Pro"/>
            </a:rPr>
            <a:t>Navigation</a:t>
          </a:r>
          <a:endParaRPr lang="en-GB" sz="1100" b="1" kern="1200">
            <a:solidFill>
              <a:schemeClr val="tx1"/>
            </a:solidFill>
          </a:endParaRPr>
        </a:p>
      </dsp:txBody>
      <dsp:txXfrm>
        <a:off x="2511512" y="1155383"/>
        <a:ext cx="829135" cy="541524"/>
      </dsp:txXfrm>
    </dsp:sp>
    <dsp:sp modelId="{9654B517-ADF3-41F0-9CE8-F33C6D39FF68}">
      <dsp:nvSpPr>
        <dsp:cNvPr id="0" name=""/>
        <dsp:cNvSpPr/>
      </dsp:nvSpPr>
      <dsp:spPr>
        <a:xfrm>
          <a:off x="1804399" y="1713755"/>
          <a:ext cx="1121680" cy="230088"/>
        </a:xfrm>
        <a:custGeom>
          <a:avLst/>
          <a:gdLst/>
          <a:ahLst/>
          <a:cxnLst/>
          <a:rect l="0" t="0" r="0" b="0"/>
          <a:pathLst>
            <a:path>
              <a:moveTo>
                <a:pt x="1121680" y="0"/>
              </a:moveTo>
              <a:lnTo>
                <a:pt x="1121680" y="115044"/>
              </a:lnTo>
              <a:lnTo>
                <a:pt x="0" y="115044"/>
              </a:lnTo>
              <a:lnTo>
                <a:pt x="0" y="23008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64BA5-7CE7-4B15-8D2A-0BC444FC5146}">
      <dsp:nvSpPr>
        <dsp:cNvPr id="0" name=""/>
        <dsp:cNvSpPr/>
      </dsp:nvSpPr>
      <dsp:spPr>
        <a:xfrm>
          <a:off x="1372984" y="1943844"/>
          <a:ext cx="862831" cy="575220"/>
        </a:xfrm>
        <a:prstGeom prst="roundRect">
          <a:avLst>
            <a:gd name="adj" fmla="val 10000"/>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kern="1200">
              <a:solidFill>
                <a:schemeClr val="tx1"/>
              </a:solidFill>
              <a:latin typeface="Neue Haas Grotesk Text Pro"/>
            </a:rPr>
            <a:t>'Sat-Nav'</a:t>
          </a:r>
          <a:endParaRPr lang="en-GB" sz="1100" kern="1200">
            <a:solidFill>
              <a:schemeClr val="tx1"/>
            </a:solidFill>
          </a:endParaRPr>
        </a:p>
      </dsp:txBody>
      <dsp:txXfrm>
        <a:off x="1389832" y="1960692"/>
        <a:ext cx="829135" cy="541524"/>
      </dsp:txXfrm>
    </dsp:sp>
    <dsp:sp modelId="{F9AC9680-9D7F-4526-8AC8-09C1F8F72F62}">
      <dsp:nvSpPr>
        <dsp:cNvPr id="0" name=""/>
        <dsp:cNvSpPr/>
      </dsp:nvSpPr>
      <dsp:spPr>
        <a:xfrm>
          <a:off x="2880360" y="1713755"/>
          <a:ext cx="91440" cy="230088"/>
        </a:xfrm>
        <a:custGeom>
          <a:avLst/>
          <a:gdLst/>
          <a:ahLst/>
          <a:cxnLst/>
          <a:rect l="0" t="0" r="0" b="0"/>
          <a:pathLst>
            <a:path>
              <a:moveTo>
                <a:pt x="45720" y="0"/>
              </a:moveTo>
              <a:lnTo>
                <a:pt x="45720" y="23008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6D1CA0-4C4C-4EBC-A27A-8EB5CFC2DB7A}">
      <dsp:nvSpPr>
        <dsp:cNvPr id="0" name=""/>
        <dsp:cNvSpPr/>
      </dsp:nvSpPr>
      <dsp:spPr>
        <a:xfrm>
          <a:off x="2494664" y="1943844"/>
          <a:ext cx="862831" cy="575220"/>
        </a:xfrm>
        <a:prstGeom prst="roundRect">
          <a:avLst>
            <a:gd name="adj" fmla="val 10000"/>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GB" sz="1100" kern="1200">
              <a:solidFill>
                <a:schemeClr val="tx1"/>
              </a:solidFill>
              <a:latin typeface="Neue Haas Grotesk Text Pro"/>
            </a:rPr>
            <a:t>'Satelite Navigation'</a:t>
          </a:r>
          <a:endParaRPr lang="en-GB" sz="1100" kern="1200">
            <a:solidFill>
              <a:schemeClr val="tx1"/>
            </a:solidFill>
          </a:endParaRPr>
        </a:p>
      </dsp:txBody>
      <dsp:txXfrm>
        <a:off x="2511512" y="1960692"/>
        <a:ext cx="829135" cy="541524"/>
      </dsp:txXfrm>
    </dsp:sp>
    <dsp:sp modelId="{1F4551C9-0E73-4547-A287-E9593BE29622}">
      <dsp:nvSpPr>
        <dsp:cNvPr id="0" name=""/>
        <dsp:cNvSpPr/>
      </dsp:nvSpPr>
      <dsp:spPr>
        <a:xfrm>
          <a:off x="2926080" y="1713755"/>
          <a:ext cx="1121680" cy="230088"/>
        </a:xfrm>
        <a:custGeom>
          <a:avLst/>
          <a:gdLst/>
          <a:ahLst/>
          <a:cxnLst/>
          <a:rect l="0" t="0" r="0" b="0"/>
          <a:pathLst>
            <a:path>
              <a:moveTo>
                <a:pt x="0" y="0"/>
              </a:moveTo>
              <a:lnTo>
                <a:pt x="0" y="115044"/>
              </a:lnTo>
              <a:lnTo>
                <a:pt x="1121680" y="115044"/>
              </a:lnTo>
              <a:lnTo>
                <a:pt x="1121680" y="23008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89E1B5-22B1-4B6A-B0DD-81BA3C338840}">
      <dsp:nvSpPr>
        <dsp:cNvPr id="0" name=""/>
        <dsp:cNvSpPr/>
      </dsp:nvSpPr>
      <dsp:spPr>
        <a:xfrm>
          <a:off x="3616344" y="1943844"/>
          <a:ext cx="862831" cy="575220"/>
        </a:xfrm>
        <a:prstGeom prst="roundRect">
          <a:avLst>
            <a:gd name="adj" fmla="val 10000"/>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GB" sz="1100" kern="1200">
              <a:solidFill>
                <a:schemeClr val="tx1"/>
              </a:solidFill>
              <a:latin typeface="Neue Haas Grotesk Text Pro"/>
            </a:rPr>
            <a:t> 'Includes Sat-Nav'</a:t>
          </a:r>
          <a:endParaRPr lang="en-GB" sz="1100" kern="1200">
            <a:solidFill>
              <a:schemeClr val="tx1"/>
            </a:solidFill>
          </a:endParaRPr>
        </a:p>
      </dsp:txBody>
      <dsp:txXfrm>
        <a:off x="3633192" y="1960692"/>
        <a:ext cx="829135" cy="5415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6BD1F6-315C-4C18-A26C-0B3973D19CBF}">
      <dsp:nvSpPr>
        <dsp:cNvPr id="0" name=""/>
        <dsp:cNvSpPr/>
      </dsp:nvSpPr>
      <dsp:spPr>
        <a:xfrm>
          <a:off x="2299508" y="1818"/>
          <a:ext cx="708776" cy="708776"/>
        </a:xfrm>
        <a:prstGeom prst="ellipse">
          <a:avLst/>
        </a:prstGeom>
        <a:solidFill>
          <a:srgbClr val="0525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GB" sz="700" kern="1200">
              <a:latin typeface="Neue Haas Grotesk Text Pro"/>
            </a:rPr>
            <a:t>Make</a:t>
          </a:r>
          <a:endParaRPr lang="en-GB" sz="700" kern="1200"/>
        </a:p>
      </dsp:txBody>
      <dsp:txXfrm>
        <a:off x="2403306" y="105616"/>
        <a:ext cx="501180" cy="501180"/>
      </dsp:txXfrm>
    </dsp:sp>
    <dsp:sp modelId="{702C406E-B88D-42BE-9779-BB264F51781B}">
      <dsp:nvSpPr>
        <dsp:cNvPr id="0" name=""/>
        <dsp:cNvSpPr/>
      </dsp:nvSpPr>
      <dsp:spPr>
        <a:xfrm>
          <a:off x="2448351" y="768147"/>
          <a:ext cx="411090" cy="411090"/>
        </a:xfrm>
        <a:prstGeom prst="mathPlus">
          <a:avLst/>
        </a:prstGeom>
        <a:solidFill>
          <a:srgbClr val="99131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502841" y="925348"/>
        <a:ext cx="302110" cy="96688"/>
      </dsp:txXfrm>
    </dsp:sp>
    <dsp:sp modelId="{1837C915-5E59-4650-BCFA-619C9A3D9C8B}">
      <dsp:nvSpPr>
        <dsp:cNvPr id="0" name=""/>
        <dsp:cNvSpPr/>
      </dsp:nvSpPr>
      <dsp:spPr>
        <a:xfrm>
          <a:off x="2299508" y="1236790"/>
          <a:ext cx="708776" cy="708776"/>
        </a:xfrm>
        <a:prstGeom prst="ellipse">
          <a:avLst/>
        </a:prstGeom>
        <a:solidFill>
          <a:srgbClr val="0525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GB" sz="700" kern="1200">
              <a:latin typeface="Neue Haas Grotesk Text Pro"/>
            </a:rPr>
            <a:t>Model</a:t>
          </a:r>
          <a:endParaRPr lang="en-GB" sz="700" kern="1200"/>
        </a:p>
      </dsp:txBody>
      <dsp:txXfrm>
        <a:off x="2403306" y="1340588"/>
        <a:ext cx="501180" cy="501180"/>
      </dsp:txXfrm>
    </dsp:sp>
    <dsp:sp modelId="{DD809683-3D47-45FA-8B51-35A650DF0A43}">
      <dsp:nvSpPr>
        <dsp:cNvPr id="0" name=""/>
        <dsp:cNvSpPr/>
      </dsp:nvSpPr>
      <dsp:spPr>
        <a:xfrm>
          <a:off x="2448351" y="2003119"/>
          <a:ext cx="411090" cy="411090"/>
        </a:xfrm>
        <a:prstGeom prst="mathPlus">
          <a:avLst/>
        </a:prstGeom>
        <a:solidFill>
          <a:srgbClr val="99131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502841" y="2160320"/>
        <a:ext cx="302110" cy="96688"/>
      </dsp:txXfrm>
    </dsp:sp>
    <dsp:sp modelId="{0440CB29-5FB3-4463-83B7-9410DF0A5AE4}">
      <dsp:nvSpPr>
        <dsp:cNvPr id="0" name=""/>
        <dsp:cNvSpPr/>
      </dsp:nvSpPr>
      <dsp:spPr>
        <a:xfrm>
          <a:off x="2299508" y="2471762"/>
          <a:ext cx="708776" cy="708776"/>
        </a:xfrm>
        <a:prstGeom prst="ellipse">
          <a:avLst/>
        </a:prstGeom>
        <a:solidFill>
          <a:srgbClr val="0525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GB" sz="700" kern="1200">
              <a:latin typeface="Neue Haas Grotesk Text Pro"/>
            </a:rPr>
            <a:t>Generation</a:t>
          </a:r>
          <a:endParaRPr lang="en-GB" sz="700" kern="1200"/>
        </a:p>
      </dsp:txBody>
      <dsp:txXfrm>
        <a:off x="2403306" y="2575560"/>
        <a:ext cx="501180" cy="501180"/>
      </dsp:txXfrm>
    </dsp:sp>
    <dsp:sp modelId="{38F2C00C-118D-4516-8BF3-D62C6B985525}">
      <dsp:nvSpPr>
        <dsp:cNvPr id="0" name=""/>
        <dsp:cNvSpPr/>
      </dsp:nvSpPr>
      <dsp:spPr>
        <a:xfrm>
          <a:off x="2448351" y="3238092"/>
          <a:ext cx="411090" cy="411090"/>
        </a:xfrm>
        <a:prstGeom prst="mathPlus">
          <a:avLst/>
        </a:prstGeom>
        <a:solidFill>
          <a:srgbClr val="99131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502841" y="3395293"/>
        <a:ext cx="302110" cy="96688"/>
      </dsp:txXfrm>
    </dsp:sp>
    <dsp:sp modelId="{73E1DB20-BF8A-4F82-9B0F-CAD8236861C8}">
      <dsp:nvSpPr>
        <dsp:cNvPr id="0" name=""/>
        <dsp:cNvSpPr/>
      </dsp:nvSpPr>
      <dsp:spPr>
        <a:xfrm>
          <a:off x="2299508" y="3706735"/>
          <a:ext cx="708776" cy="708776"/>
        </a:xfrm>
        <a:prstGeom prst="ellipse">
          <a:avLst/>
        </a:prstGeom>
        <a:solidFill>
          <a:srgbClr val="05255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rtl="0">
            <a:lnSpc>
              <a:spcPct val="90000"/>
            </a:lnSpc>
            <a:spcBef>
              <a:spcPct val="0"/>
            </a:spcBef>
            <a:spcAft>
              <a:spcPct val="35000"/>
            </a:spcAft>
            <a:buNone/>
          </a:pPr>
          <a:r>
            <a:rPr lang="en-GB" sz="700" kern="1200">
              <a:latin typeface="Neue Haas Grotesk Text Pro"/>
            </a:rPr>
            <a:t>Feature </a:t>
          </a:r>
        </a:p>
      </dsp:txBody>
      <dsp:txXfrm>
        <a:off x="2403306" y="3810533"/>
        <a:ext cx="501180" cy="501180"/>
      </dsp:txXfrm>
    </dsp:sp>
    <dsp:sp modelId="{993EDD49-1BC0-4ACC-9137-DE3C7B130799}">
      <dsp:nvSpPr>
        <dsp:cNvPr id="0" name=""/>
        <dsp:cNvSpPr/>
      </dsp:nvSpPr>
      <dsp:spPr>
        <a:xfrm>
          <a:off x="3114601" y="2076832"/>
          <a:ext cx="225390" cy="263664"/>
        </a:xfrm>
        <a:prstGeom prst="rightArrow">
          <a:avLst>
            <a:gd name="adj1" fmla="val 60000"/>
            <a:gd name="adj2" fmla="val 50000"/>
          </a:avLst>
        </a:prstGeom>
        <a:solidFill>
          <a:srgbClr val="99131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114601" y="2129565"/>
        <a:ext cx="157773" cy="158198"/>
      </dsp:txXfrm>
    </dsp:sp>
    <dsp:sp modelId="{16FC8C5F-7823-41F8-A58A-DA772EB94CC4}">
      <dsp:nvSpPr>
        <dsp:cNvPr id="0" name=""/>
        <dsp:cNvSpPr/>
      </dsp:nvSpPr>
      <dsp:spPr>
        <a:xfrm>
          <a:off x="3433551" y="1499888"/>
          <a:ext cx="1417553" cy="1417553"/>
        </a:xfrm>
        <a:prstGeom prst="ellipse">
          <a:avLst/>
        </a:prstGeom>
        <a:solidFill>
          <a:srgbClr val="99131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rtl="0">
            <a:lnSpc>
              <a:spcPct val="90000"/>
            </a:lnSpc>
            <a:spcBef>
              <a:spcPct val="0"/>
            </a:spcBef>
            <a:spcAft>
              <a:spcPct val="35000"/>
            </a:spcAft>
            <a:buNone/>
          </a:pPr>
          <a:r>
            <a:rPr lang="en-GB" sz="700" kern="1200">
              <a:latin typeface="Neue Haas Grotesk Text Pro"/>
            </a:rPr>
            <a:t> mmg_feature_dts_avg</a:t>
          </a:r>
        </a:p>
      </dsp:txBody>
      <dsp:txXfrm>
        <a:off x="3641147" y="1707484"/>
        <a:ext cx="1002361" cy="100236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9E16B-2BE8-4248-A6DB-8A2F5F672777}">
      <dsp:nvSpPr>
        <dsp:cNvPr id="0" name=""/>
        <dsp:cNvSpPr/>
      </dsp:nvSpPr>
      <dsp:spPr>
        <a:xfrm>
          <a:off x="2397174" y="1682883"/>
          <a:ext cx="208452" cy="1625928"/>
        </a:xfrm>
        <a:custGeom>
          <a:avLst/>
          <a:gdLst/>
          <a:ahLst/>
          <a:cxnLst/>
          <a:rect l="0" t="0" r="0" b="0"/>
          <a:pathLst>
            <a:path>
              <a:moveTo>
                <a:pt x="0" y="0"/>
              </a:moveTo>
              <a:lnTo>
                <a:pt x="0" y="1625928"/>
              </a:lnTo>
              <a:lnTo>
                <a:pt x="208452" y="1625928"/>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2D12B3-FFC6-437B-B34F-39AD8EE0A8ED}">
      <dsp:nvSpPr>
        <dsp:cNvPr id="0" name=""/>
        <dsp:cNvSpPr/>
      </dsp:nvSpPr>
      <dsp:spPr>
        <a:xfrm>
          <a:off x="2397174" y="1682883"/>
          <a:ext cx="208452" cy="639254"/>
        </a:xfrm>
        <a:custGeom>
          <a:avLst/>
          <a:gdLst/>
          <a:ahLst/>
          <a:cxnLst/>
          <a:rect l="0" t="0" r="0" b="0"/>
          <a:pathLst>
            <a:path>
              <a:moveTo>
                <a:pt x="0" y="0"/>
              </a:moveTo>
              <a:lnTo>
                <a:pt x="0" y="639254"/>
              </a:lnTo>
              <a:lnTo>
                <a:pt x="208452" y="6392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036A6C-E2DD-46B8-A7F0-83C6C988D733}">
      <dsp:nvSpPr>
        <dsp:cNvPr id="0" name=""/>
        <dsp:cNvSpPr/>
      </dsp:nvSpPr>
      <dsp:spPr>
        <a:xfrm>
          <a:off x="2112289" y="696208"/>
          <a:ext cx="840757" cy="291833"/>
        </a:xfrm>
        <a:custGeom>
          <a:avLst/>
          <a:gdLst/>
          <a:ahLst/>
          <a:cxnLst/>
          <a:rect l="0" t="0" r="0" b="0"/>
          <a:pathLst>
            <a:path>
              <a:moveTo>
                <a:pt x="0" y="0"/>
              </a:moveTo>
              <a:lnTo>
                <a:pt x="0" y="145916"/>
              </a:lnTo>
              <a:lnTo>
                <a:pt x="840757" y="145916"/>
              </a:lnTo>
              <a:lnTo>
                <a:pt x="840757" y="29183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2D9E3A-043F-4545-A01A-8D1B09A24DCB}">
      <dsp:nvSpPr>
        <dsp:cNvPr id="0" name=""/>
        <dsp:cNvSpPr/>
      </dsp:nvSpPr>
      <dsp:spPr>
        <a:xfrm>
          <a:off x="715658" y="1682883"/>
          <a:ext cx="208452" cy="639254"/>
        </a:xfrm>
        <a:custGeom>
          <a:avLst/>
          <a:gdLst/>
          <a:ahLst/>
          <a:cxnLst/>
          <a:rect l="0" t="0" r="0" b="0"/>
          <a:pathLst>
            <a:path>
              <a:moveTo>
                <a:pt x="0" y="0"/>
              </a:moveTo>
              <a:lnTo>
                <a:pt x="0" y="639254"/>
              </a:lnTo>
              <a:lnTo>
                <a:pt x="208452" y="6392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31478D-128C-4E0B-948D-EB362771C5F5}">
      <dsp:nvSpPr>
        <dsp:cNvPr id="0" name=""/>
        <dsp:cNvSpPr/>
      </dsp:nvSpPr>
      <dsp:spPr>
        <a:xfrm>
          <a:off x="1271531" y="696208"/>
          <a:ext cx="840757" cy="291833"/>
        </a:xfrm>
        <a:custGeom>
          <a:avLst/>
          <a:gdLst/>
          <a:ahLst/>
          <a:cxnLst/>
          <a:rect l="0" t="0" r="0" b="0"/>
          <a:pathLst>
            <a:path>
              <a:moveTo>
                <a:pt x="840757" y="0"/>
              </a:moveTo>
              <a:lnTo>
                <a:pt x="840757" y="145916"/>
              </a:lnTo>
              <a:lnTo>
                <a:pt x="0" y="145916"/>
              </a:lnTo>
              <a:lnTo>
                <a:pt x="0" y="29183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C6CA14-5F55-4BC8-A526-F92C3E2EAAC2}">
      <dsp:nvSpPr>
        <dsp:cNvPr id="0" name=""/>
        <dsp:cNvSpPr/>
      </dsp:nvSpPr>
      <dsp:spPr>
        <a:xfrm>
          <a:off x="1417448" y="1367"/>
          <a:ext cx="1389682" cy="694841"/>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b="1" kern="1200">
              <a:solidFill>
                <a:schemeClr val="tx1"/>
              </a:solidFill>
              <a:latin typeface="Neue Haas Grotesk Text Pro"/>
            </a:rPr>
            <a:t>Data </a:t>
          </a:r>
          <a:endParaRPr lang="en-GB" sz="1900" b="1" kern="1200">
            <a:solidFill>
              <a:schemeClr val="tx1"/>
            </a:solidFill>
          </a:endParaRPr>
        </a:p>
      </dsp:txBody>
      <dsp:txXfrm>
        <a:off x="1417448" y="1367"/>
        <a:ext cx="1389682" cy="694841"/>
      </dsp:txXfrm>
    </dsp:sp>
    <dsp:sp modelId="{EECFF106-AADD-45E1-81FC-A25AB79FF556}">
      <dsp:nvSpPr>
        <dsp:cNvPr id="0" name=""/>
        <dsp:cNvSpPr/>
      </dsp:nvSpPr>
      <dsp:spPr>
        <a:xfrm>
          <a:off x="576690" y="988042"/>
          <a:ext cx="1389682" cy="694841"/>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solidFill>
                <a:schemeClr val="tx1"/>
              </a:solidFill>
              <a:latin typeface="Neue Haas Grotesk Text Pro"/>
            </a:rPr>
            <a:t> </a:t>
          </a:r>
          <a:r>
            <a:rPr lang="en-GB" sz="1900" b="1" kern="1200">
              <a:solidFill>
                <a:schemeClr val="tx1"/>
              </a:solidFill>
              <a:latin typeface="Neue Haas Grotesk Text Pro"/>
            </a:rPr>
            <a:t>Numeric Features</a:t>
          </a:r>
          <a:endParaRPr lang="en-GB" sz="1900" b="1" kern="1200">
            <a:solidFill>
              <a:schemeClr val="tx1"/>
            </a:solidFill>
          </a:endParaRPr>
        </a:p>
      </dsp:txBody>
      <dsp:txXfrm>
        <a:off x="576690" y="988042"/>
        <a:ext cx="1389682" cy="694841"/>
      </dsp:txXfrm>
    </dsp:sp>
    <dsp:sp modelId="{B895838C-5DE6-4491-A778-142E7B8DAF6D}">
      <dsp:nvSpPr>
        <dsp:cNvPr id="0" name=""/>
        <dsp:cNvSpPr/>
      </dsp:nvSpPr>
      <dsp:spPr>
        <a:xfrm>
          <a:off x="924111" y="1974716"/>
          <a:ext cx="1389682" cy="694841"/>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solidFill>
                <a:schemeClr val="tx1"/>
              </a:solidFill>
              <a:latin typeface="Neue Haas Grotesk Text Pro"/>
            </a:rPr>
            <a:t>Standard Scaler()</a:t>
          </a:r>
        </a:p>
      </dsp:txBody>
      <dsp:txXfrm>
        <a:off x="924111" y="1974716"/>
        <a:ext cx="1389682" cy="694841"/>
      </dsp:txXfrm>
    </dsp:sp>
    <dsp:sp modelId="{9DAEFBE8-D138-441D-B418-7604E9B30ED6}">
      <dsp:nvSpPr>
        <dsp:cNvPr id="0" name=""/>
        <dsp:cNvSpPr/>
      </dsp:nvSpPr>
      <dsp:spPr>
        <a:xfrm>
          <a:off x="2258206" y="988042"/>
          <a:ext cx="1389682" cy="694841"/>
        </a:xfrm>
        <a:prstGeom prst="rect">
          <a:avLst/>
        </a:prstGeom>
        <a:solidFill>
          <a:srgbClr val="A81111"/>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b="1" kern="1200">
              <a:solidFill>
                <a:schemeClr val="tx1"/>
              </a:solidFill>
              <a:latin typeface="Neue Haas Grotesk Text Pro"/>
            </a:rPr>
            <a:t>Categorical Features </a:t>
          </a:r>
          <a:endParaRPr lang="en-GB" sz="1900" b="1" kern="1200">
            <a:solidFill>
              <a:schemeClr val="tx1"/>
            </a:solidFill>
          </a:endParaRPr>
        </a:p>
      </dsp:txBody>
      <dsp:txXfrm>
        <a:off x="2258206" y="988042"/>
        <a:ext cx="1389682" cy="694841"/>
      </dsp:txXfrm>
    </dsp:sp>
    <dsp:sp modelId="{70789F9D-E7AF-4CFE-94F5-0433427A7EE3}">
      <dsp:nvSpPr>
        <dsp:cNvPr id="0" name=""/>
        <dsp:cNvSpPr/>
      </dsp:nvSpPr>
      <dsp:spPr>
        <a:xfrm>
          <a:off x="2605627" y="1974716"/>
          <a:ext cx="1389682" cy="694841"/>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solidFill>
                <a:schemeClr val="tx1"/>
              </a:solidFill>
              <a:latin typeface="Neue Haas Grotesk Text Pro"/>
            </a:rPr>
            <a:t>Train-Test Split</a:t>
          </a:r>
        </a:p>
      </dsp:txBody>
      <dsp:txXfrm>
        <a:off x="2605627" y="1974716"/>
        <a:ext cx="1389682" cy="694841"/>
      </dsp:txXfrm>
    </dsp:sp>
    <dsp:sp modelId="{20ADCC44-A140-41B1-BEF2-1C5EA25F7454}">
      <dsp:nvSpPr>
        <dsp:cNvPr id="0" name=""/>
        <dsp:cNvSpPr/>
      </dsp:nvSpPr>
      <dsp:spPr>
        <a:xfrm>
          <a:off x="2605627" y="2961391"/>
          <a:ext cx="1389682" cy="694841"/>
        </a:xfrm>
        <a:prstGeom prst="rect">
          <a:avLst/>
        </a:prstGeom>
        <a:solidFill>
          <a:srgbClr val="222B5E"/>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GB" sz="1900" kern="1200">
              <a:solidFill>
                <a:schemeClr val="tx1"/>
              </a:solidFill>
              <a:latin typeface="Neue Haas Grotesk Text Pro"/>
            </a:rPr>
            <a:t>Target Encoded</a:t>
          </a:r>
        </a:p>
      </dsp:txBody>
      <dsp:txXfrm>
        <a:off x="2605627" y="2961391"/>
        <a:ext cx="1389682" cy="69484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2B5A02-BB4A-4E2A-BC47-DFD84397FB29}">
      <dsp:nvSpPr>
        <dsp:cNvPr id="0" name=""/>
        <dsp:cNvSpPr/>
      </dsp:nvSpPr>
      <dsp:spPr>
        <a:xfrm>
          <a:off x="0" y="83038"/>
          <a:ext cx="2362926" cy="1417755"/>
        </a:xfrm>
        <a:prstGeom prst="rect">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GB" sz="1200" b="1" kern="1200"/>
            <a:t>Mean Squared Error (MSE</a:t>
          </a:r>
          <a:r>
            <a:rPr lang="en-GB" sz="1200" b="1" kern="1200">
              <a:latin typeface="Neue Haas Grotesk Text Pro"/>
            </a:rPr>
            <a:t>) </a:t>
          </a:r>
          <a:r>
            <a:rPr lang="en-GB" sz="1200" b="0" kern="1200">
              <a:latin typeface="Neue Haas Grotesk Text Pro"/>
            </a:rPr>
            <a:t>     MSE=</a:t>
          </a:r>
          <a:r>
            <a:rPr lang="en-GB" sz="1200" b="0" kern="1200"/>
            <a:t> </a:t>
          </a:r>
          <a:r>
            <a:rPr lang="en-GB" sz="1200" b="0" kern="1200" err="1"/>
            <a:t>mean_squared_error</a:t>
          </a:r>
          <a:r>
            <a:rPr lang="en-GB" sz="1200" b="0" kern="1200">
              <a:latin typeface="Neue Haas Grotesk Text Pro"/>
            </a:rPr>
            <a:t> </a:t>
          </a:r>
          <a:r>
            <a:rPr lang="en-GB" sz="1200" b="0" kern="1200"/>
            <a:t>(</a:t>
          </a:r>
          <a:r>
            <a:rPr lang="en-GB" sz="1200" b="0" kern="1200" err="1"/>
            <a:t>y_test</a:t>
          </a:r>
          <a:r>
            <a:rPr lang="en-GB" sz="1200" b="0" kern="1200"/>
            <a:t>, </a:t>
          </a:r>
          <a:r>
            <a:rPr lang="en-GB" sz="1200" b="0" kern="1200" err="1"/>
            <a:t>y_pred</a:t>
          </a:r>
          <a:r>
            <a:rPr lang="en-GB" sz="1200" b="0" kern="1200"/>
            <a:t>)</a:t>
          </a:r>
          <a:r>
            <a:rPr lang="en-GB" sz="1200" b="0" kern="1200">
              <a:latin typeface="Neue Haas Grotesk Text Pro"/>
            </a:rPr>
            <a:t> </a:t>
          </a:r>
        </a:p>
      </dsp:txBody>
      <dsp:txXfrm>
        <a:off x="0" y="83038"/>
        <a:ext cx="2362926" cy="1417755"/>
      </dsp:txXfrm>
    </dsp:sp>
    <dsp:sp modelId="{98358366-B9E2-479D-A87C-C6E40E4F89D2}">
      <dsp:nvSpPr>
        <dsp:cNvPr id="0" name=""/>
        <dsp:cNvSpPr/>
      </dsp:nvSpPr>
      <dsp:spPr>
        <a:xfrm>
          <a:off x="2599218" y="83038"/>
          <a:ext cx="2362926" cy="1417755"/>
        </a:xfrm>
        <a:prstGeom prst="rect">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GB" sz="1200" b="1" kern="1200"/>
            <a:t>R-squared Score (R²)</a:t>
          </a:r>
          <a:br>
            <a:rPr lang="en-GB" sz="1200" b="0" kern="1200"/>
          </a:br>
          <a:r>
            <a:rPr lang="en-GB" sz="1200" b="0" kern="1200"/>
            <a:t>r2 = r2_score</a:t>
          </a:r>
          <a:r>
            <a:rPr lang="en-GB" sz="1200" b="0" kern="1200">
              <a:latin typeface="Neue Haas Grotesk Text Pro"/>
            </a:rPr>
            <a:t> </a:t>
          </a:r>
          <a:r>
            <a:rPr lang="en-GB" sz="1200" b="0" kern="1200"/>
            <a:t>(</a:t>
          </a:r>
          <a:r>
            <a:rPr lang="en-GB" sz="1200" b="0" kern="1200" err="1"/>
            <a:t>y_test</a:t>
          </a:r>
          <a:r>
            <a:rPr lang="en-GB" sz="1200" b="0" kern="1200"/>
            <a:t>, </a:t>
          </a:r>
          <a:r>
            <a:rPr lang="en-GB" sz="1200" b="0" kern="1200" err="1"/>
            <a:t>y_pred</a:t>
          </a:r>
          <a:r>
            <a:rPr lang="en-GB" sz="1200" b="0" kern="1200"/>
            <a:t>)</a:t>
          </a:r>
          <a:endParaRPr lang="en-GB" sz="1200" b="0" kern="1200">
            <a:latin typeface="Neue Haas Grotesk Text Pro"/>
          </a:endParaRPr>
        </a:p>
      </dsp:txBody>
      <dsp:txXfrm>
        <a:off x="2599218" y="83038"/>
        <a:ext cx="2362926" cy="1417755"/>
      </dsp:txXfrm>
    </dsp:sp>
    <dsp:sp modelId="{62B271C7-A341-4976-8437-47200A663ACD}">
      <dsp:nvSpPr>
        <dsp:cNvPr id="0" name=""/>
        <dsp:cNvSpPr/>
      </dsp:nvSpPr>
      <dsp:spPr>
        <a:xfrm>
          <a:off x="5198437" y="83038"/>
          <a:ext cx="2362926" cy="1417755"/>
        </a:xfrm>
        <a:prstGeom prst="rect">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GB" sz="1200" b="1" kern="1200"/>
            <a:t>Mean Absolute Error (MAE)</a:t>
          </a:r>
          <a:br>
            <a:rPr lang="en-GB" sz="1200" b="0" kern="1200"/>
          </a:br>
          <a:r>
            <a:rPr lang="en-GB" sz="1200" b="0" kern="1200">
              <a:latin typeface="Neue Haas Grotesk Text Pro"/>
            </a:rPr>
            <a:t>MAE</a:t>
          </a:r>
          <a:r>
            <a:rPr lang="en-GB" sz="1200" b="0" kern="1200"/>
            <a:t> = </a:t>
          </a:r>
          <a:r>
            <a:rPr lang="en-GB" sz="1200" b="0" kern="1200" err="1"/>
            <a:t>mean_absolute_error</a:t>
          </a:r>
          <a:r>
            <a:rPr lang="en-GB" sz="1200" b="0" kern="1200">
              <a:latin typeface="Neue Haas Grotesk Text Pro"/>
            </a:rPr>
            <a:t> </a:t>
          </a:r>
          <a:r>
            <a:rPr lang="en-GB" sz="1200" b="0" kern="1200"/>
            <a:t>(</a:t>
          </a:r>
          <a:r>
            <a:rPr lang="en-GB" sz="1200" b="0" kern="1200" err="1"/>
            <a:t>y_test</a:t>
          </a:r>
          <a:r>
            <a:rPr lang="en-GB" sz="1200" b="0" kern="1200"/>
            <a:t>, </a:t>
          </a:r>
          <a:r>
            <a:rPr lang="en-GB" sz="1200" b="0" kern="1200" err="1"/>
            <a:t>y_pred</a:t>
          </a:r>
          <a:r>
            <a:rPr lang="en-GB" sz="1200" b="0" kern="1200"/>
            <a:t>)</a:t>
          </a:r>
          <a:endParaRPr lang="en-GB" sz="1200" b="0" kern="1200">
            <a:latin typeface="Neue Haas Grotesk Text Pro"/>
          </a:endParaRPr>
        </a:p>
      </dsp:txBody>
      <dsp:txXfrm>
        <a:off x="5198437" y="83038"/>
        <a:ext cx="2362926" cy="1417755"/>
      </dsp:txXfrm>
    </dsp:sp>
    <dsp:sp modelId="{51D02304-BBEB-4A32-B444-6978C0DA8EF5}">
      <dsp:nvSpPr>
        <dsp:cNvPr id="0" name=""/>
        <dsp:cNvSpPr/>
      </dsp:nvSpPr>
      <dsp:spPr>
        <a:xfrm>
          <a:off x="1299609" y="1737087"/>
          <a:ext cx="2362926" cy="1417755"/>
        </a:xfrm>
        <a:prstGeom prst="rect">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GB" sz="1200" b="1" kern="1200"/>
            <a:t>Median Absolute Error (MedAE)</a:t>
          </a:r>
          <a:br>
            <a:rPr lang="en-GB" sz="1200" b="0" kern="1200"/>
          </a:br>
          <a:r>
            <a:rPr lang="en-GB" sz="1200" b="0" kern="1200">
              <a:latin typeface="Neue Haas Grotesk Text Pro"/>
            </a:rPr>
            <a:t>MedAE</a:t>
          </a:r>
          <a:r>
            <a:rPr lang="en-GB" sz="1200" b="0" kern="1200"/>
            <a:t> = </a:t>
          </a:r>
          <a:r>
            <a:rPr lang="en-GB" sz="1200" b="0" kern="1200" err="1"/>
            <a:t>median_absolute_error</a:t>
          </a:r>
          <a:r>
            <a:rPr lang="en-GB" sz="1200" b="0" kern="1200"/>
            <a:t>(</a:t>
          </a:r>
          <a:r>
            <a:rPr lang="en-GB" sz="1200" b="0" kern="1200" err="1"/>
            <a:t>y_test</a:t>
          </a:r>
          <a:r>
            <a:rPr lang="en-GB" sz="1200" b="0" kern="1200"/>
            <a:t>, </a:t>
          </a:r>
          <a:r>
            <a:rPr lang="en-GB" sz="1200" b="0" kern="1200" err="1"/>
            <a:t>y_pred</a:t>
          </a:r>
          <a:r>
            <a:rPr lang="en-GB" sz="1200" b="0" kern="1200"/>
            <a:t>)</a:t>
          </a:r>
          <a:endParaRPr lang="en-GB" sz="1200" b="0" kern="1200">
            <a:latin typeface="Neue Haas Grotesk Text Pro"/>
          </a:endParaRPr>
        </a:p>
      </dsp:txBody>
      <dsp:txXfrm>
        <a:off x="1299609" y="1737087"/>
        <a:ext cx="2362926" cy="1417755"/>
      </dsp:txXfrm>
    </dsp:sp>
    <dsp:sp modelId="{528E4145-0962-4B3F-A51B-CF6B93B8B4D0}">
      <dsp:nvSpPr>
        <dsp:cNvPr id="0" name=""/>
        <dsp:cNvSpPr/>
      </dsp:nvSpPr>
      <dsp:spPr>
        <a:xfrm>
          <a:off x="3898828" y="1737087"/>
          <a:ext cx="2362926" cy="1417755"/>
        </a:xfrm>
        <a:prstGeom prst="rect">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GB" sz="1200" b="1" kern="1200"/>
            <a:t>Cross-Validation Score</a:t>
          </a:r>
          <a:br>
            <a:rPr lang="en-GB" sz="1200" b="0" kern="1200"/>
          </a:br>
          <a:r>
            <a:rPr lang="en-GB" sz="1200" b="0" kern="1200" err="1"/>
            <a:t>cross_val_test</a:t>
          </a:r>
          <a:r>
            <a:rPr lang="en-GB" sz="1200" b="0" kern="1200"/>
            <a:t> = </a:t>
          </a:r>
          <a:r>
            <a:rPr lang="en-GB" sz="1200" b="0" kern="1200" err="1"/>
            <a:t>cross_val_score</a:t>
          </a:r>
          <a:r>
            <a:rPr lang="en-GB" sz="1200" b="0" kern="1200"/>
            <a:t>(ensemble, </a:t>
          </a:r>
          <a:r>
            <a:rPr lang="en-GB" sz="1200" b="0" kern="1200" err="1"/>
            <a:t>X_test</a:t>
          </a:r>
          <a:r>
            <a:rPr lang="en-GB" sz="1200" b="0" kern="1200"/>
            <a:t>, </a:t>
          </a:r>
          <a:r>
            <a:rPr lang="en-GB" sz="1200" b="0" kern="1200" err="1"/>
            <a:t>y_test</a:t>
          </a:r>
          <a:r>
            <a:rPr lang="en-GB" sz="1200" b="0" kern="1200"/>
            <a:t>, cv=5)</a:t>
          </a:r>
          <a:endParaRPr lang="en-GB" sz="1200" b="0" kern="1200">
            <a:latin typeface="Neue Haas Grotesk Text Pro"/>
          </a:endParaRPr>
        </a:p>
      </dsp:txBody>
      <dsp:txXfrm>
        <a:off x="3898828" y="1737087"/>
        <a:ext cx="2362926" cy="141775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3CCA6-49ED-42E2-B254-813B8CA5B0B9}">
      <dsp:nvSpPr>
        <dsp:cNvPr id="0" name=""/>
        <dsp:cNvSpPr/>
      </dsp:nvSpPr>
      <dsp:spPr>
        <a:xfrm>
          <a:off x="0" y="4122494"/>
          <a:ext cx="4765315" cy="676329"/>
        </a:xfrm>
        <a:prstGeom prst="rect">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Updating Model</a:t>
          </a:r>
        </a:p>
      </dsp:txBody>
      <dsp:txXfrm>
        <a:off x="0" y="4122494"/>
        <a:ext cx="4765315" cy="365217"/>
      </dsp:txXfrm>
    </dsp:sp>
    <dsp:sp modelId="{E3E2FD8C-8068-4339-A4B2-19E5B14B3885}">
      <dsp:nvSpPr>
        <dsp:cNvPr id="0" name=""/>
        <dsp:cNvSpPr/>
      </dsp:nvSpPr>
      <dsp:spPr>
        <a:xfrm>
          <a:off x="0" y="4474185"/>
          <a:ext cx="4765315" cy="311111"/>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Comparison of mean cross validation model with each iteration of model. Updating model to have the best cross validation score</a:t>
          </a:r>
        </a:p>
      </dsp:txBody>
      <dsp:txXfrm>
        <a:off x="0" y="4474185"/>
        <a:ext cx="4765315" cy="311111"/>
      </dsp:txXfrm>
    </dsp:sp>
    <dsp:sp modelId="{14A27839-C23F-4642-9849-D59E91EB4D87}">
      <dsp:nvSpPr>
        <dsp:cNvPr id="0" name=""/>
        <dsp:cNvSpPr/>
      </dsp:nvSpPr>
      <dsp:spPr>
        <a:xfrm rot="10800000">
          <a:off x="0" y="3092444"/>
          <a:ext cx="4765315" cy="1040194"/>
        </a:xfrm>
        <a:prstGeom prst="upArrowCallout">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Evaluation through Cross Validation</a:t>
          </a:r>
        </a:p>
      </dsp:txBody>
      <dsp:txXfrm rot="-10800000">
        <a:off x="0" y="3092444"/>
        <a:ext cx="4765315" cy="365108"/>
      </dsp:txXfrm>
    </dsp:sp>
    <dsp:sp modelId="{1E01056A-55CF-4970-A418-958B81469F65}">
      <dsp:nvSpPr>
        <dsp:cNvPr id="0" name=""/>
        <dsp:cNvSpPr/>
      </dsp:nvSpPr>
      <dsp:spPr>
        <a:xfrm>
          <a:off x="0" y="3457552"/>
          <a:ext cx="1191328"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Mean Squared Error (MSE)</a:t>
          </a:r>
        </a:p>
      </dsp:txBody>
      <dsp:txXfrm>
        <a:off x="0" y="3457552"/>
        <a:ext cx="1191328" cy="311018"/>
      </dsp:txXfrm>
    </dsp:sp>
    <dsp:sp modelId="{D0D8192E-DB8E-4249-8AC4-EBA499C7FCFA}">
      <dsp:nvSpPr>
        <dsp:cNvPr id="0" name=""/>
        <dsp:cNvSpPr/>
      </dsp:nvSpPr>
      <dsp:spPr>
        <a:xfrm>
          <a:off x="1191328" y="3457552"/>
          <a:ext cx="1191328"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R2 </a:t>
          </a:r>
        </a:p>
      </dsp:txBody>
      <dsp:txXfrm>
        <a:off x="1191328" y="3457552"/>
        <a:ext cx="1191328" cy="311018"/>
      </dsp:txXfrm>
    </dsp:sp>
    <dsp:sp modelId="{54BF6399-779B-400B-BD11-43B0EE140A7D}">
      <dsp:nvSpPr>
        <dsp:cNvPr id="0" name=""/>
        <dsp:cNvSpPr/>
      </dsp:nvSpPr>
      <dsp:spPr>
        <a:xfrm>
          <a:off x="2382657" y="3457552"/>
          <a:ext cx="1191328"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Mean Absolute Error (MAE)</a:t>
          </a:r>
        </a:p>
      </dsp:txBody>
      <dsp:txXfrm>
        <a:off x="2382657" y="3457552"/>
        <a:ext cx="1191328" cy="311018"/>
      </dsp:txXfrm>
    </dsp:sp>
    <dsp:sp modelId="{AA28DB04-AB1A-4BC0-A889-7B3A96E4F69F}">
      <dsp:nvSpPr>
        <dsp:cNvPr id="0" name=""/>
        <dsp:cNvSpPr/>
      </dsp:nvSpPr>
      <dsp:spPr>
        <a:xfrm>
          <a:off x="3573986" y="3457552"/>
          <a:ext cx="1191328"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Median Absolute Error (MedAE)</a:t>
          </a:r>
        </a:p>
      </dsp:txBody>
      <dsp:txXfrm>
        <a:off x="3573986" y="3457552"/>
        <a:ext cx="1191328" cy="311018"/>
      </dsp:txXfrm>
    </dsp:sp>
    <dsp:sp modelId="{2330EF33-2EA4-474B-8391-E801412CD258}">
      <dsp:nvSpPr>
        <dsp:cNvPr id="0" name=""/>
        <dsp:cNvSpPr/>
      </dsp:nvSpPr>
      <dsp:spPr>
        <a:xfrm rot="10800000">
          <a:off x="0" y="2062394"/>
          <a:ext cx="4765315" cy="1040194"/>
        </a:xfrm>
        <a:prstGeom prst="upArrowCallout">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Training</a:t>
          </a:r>
          <a:r>
            <a:rPr lang="en-GB" sz="1200" kern="1200">
              <a:solidFill>
                <a:schemeClr val="tx1"/>
              </a:solidFill>
              <a:latin typeface="Neue Haas Grotesk Text Pro"/>
            </a:rPr>
            <a:t> </a:t>
          </a:r>
        </a:p>
      </dsp:txBody>
      <dsp:txXfrm rot="-10800000">
        <a:off x="0" y="2062394"/>
        <a:ext cx="4765315" cy="365108"/>
      </dsp:txXfrm>
    </dsp:sp>
    <dsp:sp modelId="{79C44C30-C67B-4A11-A997-D0ED0FE3912E}">
      <dsp:nvSpPr>
        <dsp:cNvPr id="0" name=""/>
        <dsp:cNvSpPr/>
      </dsp:nvSpPr>
      <dsp:spPr>
        <a:xfrm>
          <a:off x="0" y="2427503"/>
          <a:ext cx="4765315"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Voting Regressor fitted and trained on X-train data </a:t>
          </a:r>
        </a:p>
      </dsp:txBody>
      <dsp:txXfrm>
        <a:off x="0" y="2427503"/>
        <a:ext cx="4765315" cy="311018"/>
      </dsp:txXfrm>
    </dsp:sp>
    <dsp:sp modelId="{D13EFCBF-ABBC-4B16-B284-A60FD4C8FF61}">
      <dsp:nvSpPr>
        <dsp:cNvPr id="0" name=""/>
        <dsp:cNvSpPr/>
      </dsp:nvSpPr>
      <dsp:spPr>
        <a:xfrm rot="10800000">
          <a:off x="0" y="1032344"/>
          <a:ext cx="4765315" cy="1040194"/>
        </a:xfrm>
        <a:prstGeom prst="upArrowCallout">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Train-Test Split/ Encoding</a:t>
          </a:r>
          <a:endParaRPr lang="en-GB" sz="1200" b="1" kern="1200">
            <a:solidFill>
              <a:schemeClr val="tx1"/>
            </a:solidFill>
          </a:endParaRPr>
        </a:p>
      </dsp:txBody>
      <dsp:txXfrm rot="-10800000">
        <a:off x="0" y="1032344"/>
        <a:ext cx="4765315" cy="365108"/>
      </dsp:txXfrm>
    </dsp:sp>
    <dsp:sp modelId="{461021C5-7574-48A1-BCD6-7420B01CC878}">
      <dsp:nvSpPr>
        <dsp:cNvPr id="0" name=""/>
        <dsp:cNvSpPr/>
      </dsp:nvSpPr>
      <dsp:spPr>
        <a:xfrm>
          <a:off x="0" y="1397453"/>
          <a:ext cx="2382657"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Train and Test data split.</a:t>
          </a:r>
        </a:p>
      </dsp:txBody>
      <dsp:txXfrm>
        <a:off x="0" y="1397453"/>
        <a:ext cx="2382657" cy="311018"/>
      </dsp:txXfrm>
    </dsp:sp>
    <dsp:sp modelId="{5EFD26B3-DE44-447D-8D0F-22937695EA01}">
      <dsp:nvSpPr>
        <dsp:cNvPr id="0" name=""/>
        <dsp:cNvSpPr/>
      </dsp:nvSpPr>
      <dsp:spPr>
        <a:xfrm>
          <a:off x="2382657" y="1397453"/>
          <a:ext cx="2382657"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 Categorical Features encoded separately for X-train and X-test to prevent data leakage</a:t>
          </a:r>
          <a:endParaRPr lang="en-GB" sz="800" kern="1200"/>
        </a:p>
      </dsp:txBody>
      <dsp:txXfrm>
        <a:off x="2382657" y="1397453"/>
        <a:ext cx="2382657" cy="311018"/>
      </dsp:txXfrm>
    </dsp:sp>
    <dsp:sp modelId="{6B08EF4A-60DC-4AEF-B1D0-8C992611CB3A}">
      <dsp:nvSpPr>
        <dsp:cNvPr id="0" name=""/>
        <dsp:cNvSpPr/>
      </dsp:nvSpPr>
      <dsp:spPr>
        <a:xfrm rot="10800000">
          <a:off x="0" y="2295"/>
          <a:ext cx="4765315" cy="1040194"/>
        </a:xfrm>
        <a:prstGeom prst="upArrowCallout">
          <a:avLst/>
        </a:prstGeom>
        <a:solidFill>
          <a:srgbClr val="05255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rtl="0">
            <a:lnSpc>
              <a:spcPct val="90000"/>
            </a:lnSpc>
            <a:spcBef>
              <a:spcPct val="0"/>
            </a:spcBef>
            <a:spcAft>
              <a:spcPct val="35000"/>
            </a:spcAft>
            <a:buNone/>
          </a:pPr>
          <a:r>
            <a:rPr lang="en-GB" sz="1200" b="1" kern="1200">
              <a:solidFill>
                <a:schemeClr val="tx1"/>
              </a:solidFill>
              <a:latin typeface="Neue Haas Grotesk Text Pro"/>
            </a:rPr>
            <a:t>Voting Regressor</a:t>
          </a:r>
          <a:r>
            <a:rPr lang="en-GB" sz="1200" b="1" kern="1200">
              <a:latin typeface="Neue Haas Grotesk Text Pro"/>
            </a:rPr>
            <a:t> </a:t>
          </a:r>
          <a:endParaRPr lang="en-GB" sz="1200" b="1" kern="1200"/>
        </a:p>
      </dsp:txBody>
      <dsp:txXfrm rot="-10800000">
        <a:off x="0" y="2295"/>
        <a:ext cx="4765315" cy="365108"/>
      </dsp:txXfrm>
    </dsp:sp>
    <dsp:sp modelId="{F61B17BE-4C5A-494D-BCA4-80A579CFCD63}">
      <dsp:nvSpPr>
        <dsp:cNvPr id="0" name=""/>
        <dsp:cNvSpPr/>
      </dsp:nvSpPr>
      <dsp:spPr>
        <a:xfrm>
          <a:off x="0" y="367403"/>
          <a:ext cx="4765315" cy="311018"/>
        </a:xfrm>
        <a:prstGeom prst="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rtl="0">
            <a:lnSpc>
              <a:spcPct val="90000"/>
            </a:lnSpc>
            <a:spcBef>
              <a:spcPct val="0"/>
            </a:spcBef>
            <a:spcAft>
              <a:spcPct val="35000"/>
            </a:spcAft>
            <a:buNone/>
          </a:pPr>
          <a:r>
            <a:rPr lang="en-GB" sz="800" kern="1200">
              <a:latin typeface="Neue Haas Grotesk Text Pro"/>
            </a:rPr>
            <a:t>Formed based on combinations of regression models </a:t>
          </a:r>
          <a:endParaRPr lang="en-GB" sz="800" kern="1200"/>
        </a:p>
      </dsp:txBody>
      <dsp:txXfrm>
        <a:off x="0" y="367403"/>
        <a:ext cx="4765315" cy="31101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3A264-15EC-4D5D-9FFC-32A91B1618F1}">
      <dsp:nvSpPr>
        <dsp:cNvPr id="0" name=""/>
        <dsp:cNvSpPr/>
      </dsp:nvSpPr>
      <dsp:spPr>
        <a:xfrm>
          <a:off x="981" y="256"/>
          <a:ext cx="2672140" cy="655899"/>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b="1" kern="1200">
              <a:solidFill>
                <a:schemeClr val="tx1"/>
              </a:solidFill>
              <a:latin typeface="Neue Haas Grotesk Text Pro"/>
            </a:rPr>
            <a:t>Current Estimators:  </a:t>
          </a:r>
          <a:r>
            <a:rPr lang="en-GB" sz="1400" b="0" kern="1200">
              <a:solidFill>
                <a:schemeClr val="tx1"/>
              </a:solidFill>
              <a:latin typeface="Neue Haas Grotesk Text Pro"/>
            </a:rPr>
            <a:t>Linear, Lasso, KNN, </a:t>
          </a:r>
          <a:r>
            <a:rPr lang="en-GB" sz="1400" b="0" kern="1200">
              <a:solidFill>
                <a:schemeClr val="tx1"/>
              </a:solidFill>
              <a:latin typeface="Neue Haas Grotesk Text Pro"/>
              <a:ea typeface="Calibri"/>
              <a:cs typeface="Calibri"/>
            </a:rPr>
            <a:t>Forest, Gradient</a:t>
          </a:r>
          <a:r>
            <a:rPr lang="en-GB" sz="1400" b="1" kern="1200">
              <a:solidFill>
                <a:schemeClr val="tx1"/>
              </a:solidFill>
              <a:latin typeface="Neue Haas Grotesk Text Pro"/>
              <a:ea typeface="Calibri"/>
              <a:cs typeface="Calibri"/>
            </a:rPr>
            <a:t>  </a:t>
          </a:r>
          <a:r>
            <a:rPr lang="en-GB" sz="1400" kern="1200">
              <a:solidFill>
                <a:schemeClr val="tx1"/>
              </a:solidFill>
              <a:latin typeface="Neue Haas Grotesk Text Pro"/>
              <a:ea typeface="Calibri"/>
              <a:cs typeface="Calibri"/>
            </a:rPr>
            <a:t> </a:t>
          </a:r>
        </a:p>
      </dsp:txBody>
      <dsp:txXfrm>
        <a:off x="20192" y="19467"/>
        <a:ext cx="2633718" cy="617477"/>
      </dsp:txXfrm>
    </dsp:sp>
    <dsp:sp modelId="{18CBF312-07A7-4BFE-BCC9-A6C093E68173}">
      <dsp:nvSpPr>
        <dsp:cNvPr id="0" name=""/>
        <dsp:cNvSpPr/>
      </dsp:nvSpPr>
      <dsp:spPr>
        <a:xfrm>
          <a:off x="981" y="703756"/>
          <a:ext cx="2672140" cy="655899"/>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kern="1200">
              <a:solidFill>
                <a:schemeClr val="tx1"/>
              </a:solidFill>
              <a:latin typeface="Calibri"/>
              <a:ea typeface="Calibri"/>
              <a:cs typeface="Calibri"/>
            </a:rPr>
            <a:t>Cross Val Score:       [0.936, 0.947, 0.947, 0.938, 0.920]</a:t>
          </a:r>
          <a:endParaRPr lang="en-GB" sz="1400" kern="1200">
            <a:solidFill>
              <a:schemeClr val="tx1"/>
            </a:solidFill>
            <a:latin typeface="Neue Haas Grotesk Text Pro"/>
            <a:ea typeface="Calibri"/>
            <a:cs typeface="Calibri"/>
          </a:endParaRPr>
        </a:p>
      </dsp:txBody>
      <dsp:txXfrm>
        <a:off x="20192" y="722967"/>
        <a:ext cx="2633718" cy="617477"/>
      </dsp:txXfrm>
    </dsp:sp>
    <dsp:sp modelId="{F33FE6BE-3B44-4C53-AC24-610CEC853D0D}">
      <dsp:nvSpPr>
        <dsp:cNvPr id="0" name=""/>
        <dsp:cNvSpPr/>
      </dsp:nvSpPr>
      <dsp:spPr>
        <a:xfrm>
          <a:off x="981" y="1407257"/>
          <a:ext cx="647634" cy="655899"/>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GB" sz="900" kern="1200">
              <a:solidFill>
                <a:schemeClr val="tx1"/>
              </a:solidFill>
              <a:latin typeface="Neue Haas Grotesk Text Pro"/>
              <a:ea typeface="Calibri"/>
              <a:cs typeface="Calibri"/>
            </a:rPr>
            <a:t> </a:t>
          </a:r>
          <a:r>
            <a:rPr lang="en-GB" sz="900" kern="1200">
              <a:solidFill>
                <a:schemeClr val="tx1"/>
              </a:solidFill>
              <a:latin typeface="Calibri"/>
              <a:ea typeface="Calibri"/>
              <a:cs typeface="Calibri"/>
            </a:rPr>
            <a:t>Ensemble R2: 0.939</a:t>
          </a:r>
          <a:endParaRPr lang="en-GB" sz="900" kern="1200">
            <a:solidFill>
              <a:schemeClr val="tx1"/>
            </a:solidFill>
          </a:endParaRPr>
        </a:p>
      </dsp:txBody>
      <dsp:txXfrm>
        <a:off x="19950" y="1426226"/>
        <a:ext cx="609696" cy="617961"/>
      </dsp:txXfrm>
    </dsp:sp>
    <dsp:sp modelId="{7AAD4EFA-92E8-423E-80BD-6499F7CDB507}">
      <dsp:nvSpPr>
        <dsp:cNvPr id="0" name=""/>
        <dsp:cNvSpPr/>
      </dsp:nvSpPr>
      <dsp:spPr>
        <a:xfrm>
          <a:off x="675817" y="1407257"/>
          <a:ext cx="647634" cy="655899"/>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solidFill>
                <a:schemeClr val="tx1"/>
              </a:solidFill>
              <a:latin typeface="Calibri"/>
              <a:ea typeface="Calibri"/>
              <a:cs typeface="Calibri"/>
            </a:rPr>
            <a:t>Ensemble MAE: 6.309</a:t>
          </a:r>
          <a:endParaRPr lang="en-GB" sz="900" kern="1200">
            <a:solidFill>
              <a:schemeClr val="tx1"/>
            </a:solidFill>
          </a:endParaRPr>
        </a:p>
      </dsp:txBody>
      <dsp:txXfrm>
        <a:off x="694786" y="1426226"/>
        <a:ext cx="609696" cy="617961"/>
      </dsp:txXfrm>
    </dsp:sp>
    <dsp:sp modelId="{FA2F7C84-FB59-4D47-8D8A-97E54E5F029F}">
      <dsp:nvSpPr>
        <dsp:cNvPr id="0" name=""/>
        <dsp:cNvSpPr/>
      </dsp:nvSpPr>
      <dsp:spPr>
        <a:xfrm>
          <a:off x="1350652" y="1407257"/>
          <a:ext cx="647634" cy="655899"/>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GB" sz="900" kern="1200">
              <a:solidFill>
                <a:schemeClr val="tx1"/>
              </a:solidFill>
              <a:latin typeface="Calibri"/>
              <a:ea typeface="Calibri"/>
              <a:cs typeface="Calibri"/>
            </a:rPr>
            <a:t>Ensemble </a:t>
          </a:r>
          <a:r>
            <a:rPr lang="en-GB" sz="900" kern="1200" err="1">
              <a:solidFill>
                <a:schemeClr val="tx1"/>
              </a:solidFill>
              <a:latin typeface="Calibri"/>
              <a:ea typeface="Calibri"/>
              <a:cs typeface="Calibri"/>
            </a:rPr>
            <a:t>MedAE</a:t>
          </a:r>
          <a:r>
            <a:rPr lang="en-GB" sz="900" kern="1200">
              <a:solidFill>
                <a:schemeClr val="tx1"/>
              </a:solidFill>
              <a:latin typeface="Calibri"/>
              <a:ea typeface="Calibri"/>
              <a:cs typeface="Calibri"/>
            </a:rPr>
            <a:t>: 4.113</a:t>
          </a:r>
          <a:endParaRPr lang="en-GB" sz="900" kern="1200">
            <a:solidFill>
              <a:schemeClr val="tx1"/>
            </a:solidFill>
          </a:endParaRPr>
        </a:p>
      </dsp:txBody>
      <dsp:txXfrm>
        <a:off x="1369621" y="1426226"/>
        <a:ext cx="609696" cy="617961"/>
      </dsp:txXfrm>
    </dsp:sp>
    <dsp:sp modelId="{CBBF2DCA-3361-4350-A9E0-111401D9FB06}">
      <dsp:nvSpPr>
        <dsp:cNvPr id="0" name=""/>
        <dsp:cNvSpPr/>
      </dsp:nvSpPr>
      <dsp:spPr>
        <a:xfrm>
          <a:off x="2025487" y="1407257"/>
          <a:ext cx="647634" cy="655899"/>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GB" sz="900" kern="1200">
              <a:solidFill>
                <a:schemeClr val="tx1"/>
              </a:solidFill>
              <a:latin typeface="Calibri"/>
              <a:ea typeface="Calibri"/>
              <a:cs typeface="Calibri"/>
            </a:rPr>
            <a:t>Ensemble MSE: 88.596</a:t>
          </a:r>
        </a:p>
      </dsp:txBody>
      <dsp:txXfrm>
        <a:off x="2044456" y="1426226"/>
        <a:ext cx="609696" cy="61796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3A264-15EC-4D5D-9FFC-32A91B1618F1}">
      <dsp:nvSpPr>
        <dsp:cNvPr id="0" name=""/>
        <dsp:cNvSpPr/>
      </dsp:nvSpPr>
      <dsp:spPr>
        <a:xfrm>
          <a:off x="938" y="758"/>
          <a:ext cx="2555170"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b="1" kern="1200">
              <a:solidFill>
                <a:schemeClr val="tx1"/>
              </a:solidFill>
              <a:latin typeface="Neue Haas Grotesk Text Pro"/>
            </a:rPr>
            <a:t>Current Estimators: </a:t>
          </a:r>
          <a:r>
            <a:rPr lang="en-GB" sz="1400" b="0" kern="1200">
              <a:solidFill>
                <a:schemeClr val="tx1"/>
              </a:solidFill>
              <a:latin typeface="Neue Haas Grotesk Text Pro"/>
            </a:rPr>
            <a:t>Linear, Lasso, KNN, </a:t>
          </a:r>
          <a:r>
            <a:rPr lang="en-GB" sz="1400" b="0" kern="1200">
              <a:solidFill>
                <a:schemeClr val="tx1"/>
              </a:solidFill>
              <a:latin typeface="Neue Haas Grotesk Text Pro"/>
              <a:ea typeface="Calibri"/>
              <a:cs typeface="Calibri"/>
            </a:rPr>
            <a:t>Forest, Gradient </a:t>
          </a:r>
          <a:r>
            <a:rPr lang="en-GB" sz="1400" b="1" kern="1200">
              <a:solidFill>
                <a:schemeClr val="tx1"/>
              </a:solidFill>
              <a:latin typeface="Neue Haas Grotesk Text Pro"/>
              <a:ea typeface="Calibri"/>
              <a:cs typeface="Calibri"/>
            </a:rPr>
            <a:t> </a:t>
          </a:r>
          <a:r>
            <a:rPr lang="en-GB" sz="1400" kern="1200">
              <a:solidFill>
                <a:schemeClr val="tx1"/>
              </a:solidFill>
              <a:latin typeface="Neue Haas Grotesk Text Pro"/>
              <a:ea typeface="Calibri"/>
              <a:cs typeface="Calibri"/>
            </a:rPr>
            <a:t> </a:t>
          </a:r>
        </a:p>
      </dsp:txBody>
      <dsp:txXfrm>
        <a:off x="20178" y="19998"/>
        <a:ext cx="2516690" cy="618426"/>
      </dsp:txXfrm>
    </dsp:sp>
    <dsp:sp modelId="{18CBF312-07A7-4BFE-BCC9-A6C093E68173}">
      <dsp:nvSpPr>
        <dsp:cNvPr id="0" name=""/>
        <dsp:cNvSpPr/>
      </dsp:nvSpPr>
      <dsp:spPr>
        <a:xfrm>
          <a:off x="938" y="703253"/>
          <a:ext cx="2555170"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GB" sz="1300" kern="1200">
              <a:solidFill>
                <a:schemeClr val="tx1"/>
              </a:solidFill>
              <a:latin typeface="Calibri"/>
              <a:ea typeface="Calibri"/>
              <a:cs typeface="Calibri"/>
            </a:rPr>
            <a:t>Cross Val Score:       [0.873, 0.918, 0.968, 0.943, 0.920]</a:t>
          </a:r>
          <a:endParaRPr lang="en-GB" sz="1300" kern="1200">
            <a:solidFill>
              <a:schemeClr val="tx1"/>
            </a:solidFill>
            <a:latin typeface="Neue Haas Grotesk Text Pro"/>
            <a:ea typeface="Calibri"/>
            <a:cs typeface="Calibri"/>
          </a:endParaRPr>
        </a:p>
      </dsp:txBody>
      <dsp:txXfrm>
        <a:off x="20178" y="722493"/>
        <a:ext cx="2516690" cy="618426"/>
      </dsp:txXfrm>
    </dsp:sp>
    <dsp:sp modelId="{F33FE6BE-3B44-4C53-AC24-610CEC853D0D}">
      <dsp:nvSpPr>
        <dsp:cNvPr id="0" name=""/>
        <dsp:cNvSpPr/>
      </dsp:nvSpPr>
      <dsp:spPr>
        <a:xfrm>
          <a:off x="938"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GB" sz="900" kern="1200">
              <a:solidFill>
                <a:schemeClr val="tx1"/>
              </a:solidFill>
              <a:latin typeface="Neue Haas Grotesk Text Pro"/>
              <a:ea typeface="Calibri"/>
              <a:cs typeface="Calibri"/>
            </a:rPr>
            <a:t> </a:t>
          </a:r>
          <a:r>
            <a:rPr lang="en-GB" sz="900" kern="1200">
              <a:solidFill>
                <a:schemeClr val="tx1"/>
              </a:solidFill>
              <a:latin typeface="Calibri"/>
              <a:ea typeface="Calibri"/>
              <a:cs typeface="Calibri"/>
            </a:rPr>
            <a:t>Ensemble R2: 0.940</a:t>
          </a:r>
        </a:p>
      </dsp:txBody>
      <dsp:txXfrm>
        <a:off x="19076" y="1423885"/>
        <a:ext cx="583009" cy="620630"/>
      </dsp:txXfrm>
    </dsp:sp>
    <dsp:sp modelId="{7AAD4EFA-92E8-423E-80BD-6499F7CDB507}">
      <dsp:nvSpPr>
        <dsp:cNvPr id="0" name=""/>
        <dsp:cNvSpPr/>
      </dsp:nvSpPr>
      <dsp:spPr>
        <a:xfrm>
          <a:off x="646233"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GB" sz="900" kern="1200">
              <a:solidFill>
                <a:schemeClr val="tx1"/>
              </a:solidFill>
              <a:latin typeface="Calibri"/>
              <a:ea typeface="Calibri"/>
              <a:cs typeface="Calibri"/>
            </a:rPr>
            <a:t>Ensemble MAE: 5.253</a:t>
          </a:r>
        </a:p>
      </dsp:txBody>
      <dsp:txXfrm>
        <a:off x="664371" y="1423885"/>
        <a:ext cx="583009" cy="620630"/>
      </dsp:txXfrm>
    </dsp:sp>
    <dsp:sp modelId="{FA2F7C84-FB59-4D47-8D8A-97E54E5F029F}">
      <dsp:nvSpPr>
        <dsp:cNvPr id="0" name=""/>
        <dsp:cNvSpPr/>
      </dsp:nvSpPr>
      <dsp:spPr>
        <a:xfrm>
          <a:off x="1291528"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GB" sz="900" kern="1200">
              <a:solidFill>
                <a:schemeClr val="tx1"/>
              </a:solidFill>
              <a:latin typeface="Calibri"/>
              <a:ea typeface="Calibri"/>
              <a:cs typeface="Calibri"/>
            </a:rPr>
            <a:t>Ensemble MedAE: 2.687</a:t>
          </a:r>
          <a:endParaRPr lang="en-GB" sz="900" kern="1200">
            <a:solidFill>
              <a:schemeClr val="tx1"/>
            </a:solidFill>
          </a:endParaRPr>
        </a:p>
      </dsp:txBody>
      <dsp:txXfrm>
        <a:off x="1309666" y="1423885"/>
        <a:ext cx="583009" cy="620630"/>
      </dsp:txXfrm>
    </dsp:sp>
    <dsp:sp modelId="{CBBF2DCA-3361-4350-A9E0-111401D9FB06}">
      <dsp:nvSpPr>
        <dsp:cNvPr id="0" name=""/>
        <dsp:cNvSpPr/>
      </dsp:nvSpPr>
      <dsp:spPr>
        <a:xfrm>
          <a:off x="1936824"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GB" sz="900" kern="1200">
              <a:solidFill>
                <a:schemeClr val="tx1"/>
              </a:solidFill>
              <a:latin typeface="Calibri"/>
              <a:ea typeface="Calibri"/>
              <a:cs typeface="Calibri"/>
            </a:rPr>
            <a:t>Ensemble MSE: 90.561</a:t>
          </a:r>
        </a:p>
      </dsp:txBody>
      <dsp:txXfrm>
        <a:off x="1954962" y="1423885"/>
        <a:ext cx="583009" cy="6206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3A264-15EC-4D5D-9FFC-32A91B1618F1}">
      <dsp:nvSpPr>
        <dsp:cNvPr id="0" name=""/>
        <dsp:cNvSpPr/>
      </dsp:nvSpPr>
      <dsp:spPr>
        <a:xfrm>
          <a:off x="938" y="758"/>
          <a:ext cx="2555170"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b="1" kern="1200">
              <a:solidFill>
                <a:schemeClr val="tx1"/>
              </a:solidFill>
              <a:latin typeface="Neue Haas Grotesk Text Pro"/>
            </a:rPr>
            <a:t>Current Estimators: </a:t>
          </a:r>
          <a:r>
            <a:rPr lang="en-GB" sz="1400" b="0" kern="1200">
              <a:solidFill>
                <a:schemeClr val="tx1"/>
              </a:solidFill>
              <a:latin typeface="Neue Haas Grotesk Text Pro"/>
            </a:rPr>
            <a:t>Linear, Lasso, KNN, </a:t>
          </a:r>
          <a:r>
            <a:rPr lang="en-GB" sz="1400" b="0" kern="1200">
              <a:solidFill>
                <a:schemeClr val="tx1"/>
              </a:solidFill>
              <a:latin typeface="Neue Haas Grotesk Text Pro"/>
              <a:ea typeface="Calibri"/>
              <a:cs typeface="Calibri"/>
            </a:rPr>
            <a:t>Forest, Gradient </a:t>
          </a:r>
          <a:r>
            <a:rPr lang="en-GB" sz="1400" b="1" kern="1200">
              <a:solidFill>
                <a:schemeClr val="tx1"/>
              </a:solidFill>
              <a:latin typeface="Neue Haas Grotesk Text Pro"/>
              <a:ea typeface="Calibri"/>
              <a:cs typeface="Calibri"/>
            </a:rPr>
            <a:t> </a:t>
          </a:r>
          <a:r>
            <a:rPr lang="en-GB" sz="1400" kern="1200">
              <a:solidFill>
                <a:schemeClr val="tx1"/>
              </a:solidFill>
              <a:latin typeface="Neue Haas Grotesk Text Pro"/>
              <a:ea typeface="Calibri"/>
              <a:cs typeface="Calibri"/>
            </a:rPr>
            <a:t> </a:t>
          </a:r>
        </a:p>
      </dsp:txBody>
      <dsp:txXfrm>
        <a:off x="20178" y="19998"/>
        <a:ext cx="2516690" cy="618426"/>
      </dsp:txXfrm>
    </dsp:sp>
    <dsp:sp modelId="{18CBF312-07A7-4BFE-BCC9-A6C093E68173}">
      <dsp:nvSpPr>
        <dsp:cNvPr id="0" name=""/>
        <dsp:cNvSpPr/>
      </dsp:nvSpPr>
      <dsp:spPr>
        <a:xfrm>
          <a:off x="938" y="703253"/>
          <a:ext cx="2555170"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kern="1200">
              <a:solidFill>
                <a:schemeClr val="tx1"/>
              </a:solidFill>
              <a:latin typeface="Calibri"/>
              <a:ea typeface="Calibri"/>
              <a:cs typeface="Calibri"/>
            </a:rPr>
            <a:t>Cross Val Score:       [0.745,0.730,0.738,0.727,0.716]</a:t>
          </a:r>
          <a:endParaRPr lang="en-GB" sz="1400" kern="1200">
            <a:solidFill>
              <a:schemeClr val="tx1"/>
            </a:solidFill>
            <a:latin typeface="Neue Haas Grotesk Text Pro"/>
            <a:ea typeface="Calibri"/>
            <a:cs typeface="Calibri"/>
          </a:endParaRPr>
        </a:p>
      </dsp:txBody>
      <dsp:txXfrm>
        <a:off x="20178" y="722493"/>
        <a:ext cx="2516690" cy="618426"/>
      </dsp:txXfrm>
    </dsp:sp>
    <dsp:sp modelId="{F33FE6BE-3B44-4C53-AC24-610CEC853D0D}">
      <dsp:nvSpPr>
        <dsp:cNvPr id="0" name=""/>
        <dsp:cNvSpPr/>
      </dsp:nvSpPr>
      <dsp:spPr>
        <a:xfrm>
          <a:off x="938"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rtl="0">
            <a:lnSpc>
              <a:spcPct val="90000"/>
            </a:lnSpc>
            <a:spcBef>
              <a:spcPct val="0"/>
            </a:spcBef>
            <a:spcAft>
              <a:spcPct val="35000"/>
            </a:spcAft>
            <a:buNone/>
          </a:pPr>
          <a:r>
            <a:rPr lang="en-GB" sz="800" kern="1200">
              <a:solidFill>
                <a:schemeClr val="tx1"/>
              </a:solidFill>
              <a:latin typeface="Neue Haas Grotesk Text Pro"/>
              <a:ea typeface="Calibri"/>
              <a:cs typeface="Calibri"/>
            </a:rPr>
            <a:t> </a:t>
          </a:r>
          <a:r>
            <a:rPr lang="en-GB" sz="800" kern="1200">
              <a:solidFill>
                <a:schemeClr val="tx1"/>
              </a:solidFill>
              <a:latin typeface="Calibri"/>
              <a:ea typeface="Calibri"/>
              <a:cs typeface="Calibri"/>
            </a:rPr>
            <a:t>Ensemble R2: 0.77</a:t>
          </a:r>
        </a:p>
      </dsp:txBody>
      <dsp:txXfrm>
        <a:off x="19076" y="1423885"/>
        <a:ext cx="583009" cy="620630"/>
      </dsp:txXfrm>
    </dsp:sp>
    <dsp:sp modelId="{3C9DA6FF-773A-45FA-AE6C-973A62E55AA8}">
      <dsp:nvSpPr>
        <dsp:cNvPr id="0" name=""/>
        <dsp:cNvSpPr/>
      </dsp:nvSpPr>
      <dsp:spPr>
        <a:xfrm>
          <a:off x="646233"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kern="1200">
              <a:solidFill>
                <a:schemeClr val="tx1"/>
              </a:solidFill>
              <a:latin typeface="Calibri"/>
              <a:ea typeface="Calibri"/>
              <a:cs typeface="Calibri"/>
            </a:rPr>
            <a:t>Ensemble MAE: 12.26</a:t>
          </a:r>
        </a:p>
      </dsp:txBody>
      <dsp:txXfrm>
        <a:off x="664371" y="1423885"/>
        <a:ext cx="583009" cy="620630"/>
      </dsp:txXfrm>
    </dsp:sp>
    <dsp:sp modelId="{135CD99F-A7A9-4D42-BB5C-F31876C12FA1}">
      <dsp:nvSpPr>
        <dsp:cNvPr id="0" name=""/>
        <dsp:cNvSpPr/>
      </dsp:nvSpPr>
      <dsp:spPr>
        <a:xfrm>
          <a:off x="1291528"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rtl="0">
            <a:lnSpc>
              <a:spcPct val="90000"/>
            </a:lnSpc>
            <a:spcBef>
              <a:spcPct val="0"/>
            </a:spcBef>
            <a:spcAft>
              <a:spcPct val="35000"/>
            </a:spcAft>
            <a:buNone/>
          </a:pPr>
          <a:r>
            <a:rPr lang="en-GB" sz="800" kern="1200">
              <a:solidFill>
                <a:schemeClr val="tx1"/>
              </a:solidFill>
              <a:latin typeface="Calibri"/>
              <a:ea typeface="Calibri"/>
              <a:cs typeface="Calibri"/>
            </a:rPr>
            <a:t>Ensemble MedAE:7.30</a:t>
          </a:r>
          <a:endParaRPr lang="en-GB" sz="800" kern="1200">
            <a:solidFill>
              <a:schemeClr val="tx1"/>
            </a:solidFill>
          </a:endParaRPr>
        </a:p>
      </dsp:txBody>
      <dsp:txXfrm>
        <a:off x="1309666" y="1423885"/>
        <a:ext cx="583009" cy="620630"/>
      </dsp:txXfrm>
    </dsp:sp>
    <dsp:sp modelId="{EE404A48-B9FD-4157-81EC-7A2BAF000FB3}">
      <dsp:nvSpPr>
        <dsp:cNvPr id="0" name=""/>
        <dsp:cNvSpPr/>
      </dsp:nvSpPr>
      <dsp:spPr>
        <a:xfrm>
          <a:off x="1936824" y="1405747"/>
          <a:ext cx="619285" cy="656906"/>
        </a:xfrm>
        <a:prstGeom prst="roundRect">
          <a:avLst>
            <a:gd name="adj" fmla="val 10000"/>
          </a:avLst>
        </a:prstGeom>
        <a:solidFill>
          <a:srgbClr val="A8111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rtl="0">
            <a:lnSpc>
              <a:spcPct val="90000"/>
            </a:lnSpc>
            <a:spcBef>
              <a:spcPct val="0"/>
            </a:spcBef>
            <a:spcAft>
              <a:spcPct val="35000"/>
            </a:spcAft>
            <a:buNone/>
          </a:pPr>
          <a:r>
            <a:rPr lang="en-GB" sz="800" kern="1200">
              <a:solidFill>
                <a:schemeClr val="tx1"/>
              </a:solidFill>
              <a:latin typeface="Calibri"/>
              <a:ea typeface="Calibri"/>
              <a:cs typeface="Calibri"/>
            </a:rPr>
            <a:t>Ensemble MSE: 339.2</a:t>
          </a:r>
        </a:p>
      </dsp:txBody>
      <dsp:txXfrm>
        <a:off x="1954962" y="1423885"/>
        <a:ext cx="583009" cy="620630"/>
      </dsp:txXfrm>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7.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8277e79a2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d8277e79a2_2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d8277e79a2_2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27da347490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27da347490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5D804CC-2565-869F-C1A2-7105CECBC2ED}"/>
            </a:ext>
          </a:extLst>
        </p:cNvPr>
        <p:cNvGrpSpPr/>
        <p:nvPr/>
      </p:nvGrpSpPr>
      <p:grpSpPr>
        <a:xfrm>
          <a:off x="0" y="0"/>
          <a:ext cx="0" cy="0"/>
          <a:chOff x="0" y="0"/>
          <a:chExt cx="0" cy="0"/>
        </a:xfrm>
      </p:grpSpPr>
      <p:sp>
        <p:nvSpPr>
          <p:cNvPr id="120" name="Google Shape;120;g327da347490_0_66:notes">
            <a:extLst>
              <a:ext uri="{FF2B5EF4-FFF2-40B4-BE49-F238E27FC236}">
                <a16:creationId xmlns:a16="http://schemas.microsoft.com/office/drawing/2014/main" id="{EDFD0AAF-9B05-D7AD-0168-D437BF4925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27da347490_0_66:notes">
            <a:extLst>
              <a:ext uri="{FF2B5EF4-FFF2-40B4-BE49-F238E27FC236}">
                <a16:creationId xmlns:a16="http://schemas.microsoft.com/office/drawing/2014/main" id="{D16824C8-7AA4-3D06-3B65-090F16656E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9841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6EB1CB3F-0CDF-FC4B-273C-90C9C4295179}"/>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C0B455F6-D066-8E53-E648-93260FEB9D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7DD26B81-4AD7-0699-3997-EB429AEE20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783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3B979ADB-E57D-CD3F-2850-E2E2BA1FB19B}"/>
            </a:ext>
          </a:extLst>
        </p:cNvPr>
        <p:cNvGrpSpPr/>
        <p:nvPr/>
      </p:nvGrpSpPr>
      <p:grpSpPr>
        <a:xfrm>
          <a:off x="0" y="0"/>
          <a:ext cx="0" cy="0"/>
          <a:chOff x="0" y="0"/>
          <a:chExt cx="0" cy="0"/>
        </a:xfrm>
      </p:grpSpPr>
      <p:sp>
        <p:nvSpPr>
          <p:cNvPr id="170" name="Google Shape;170;g2d8277e79a2_2_255:notes">
            <a:extLst>
              <a:ext uri="{FF2B5EF4-FFF2-40B4-BE49-F238E27FC236}">
                <a16:creationId xmlns:a16="http://schemas.microsoft.com/office/drawing/2014/main" id="{F246F077-BC33-C4C2-846E-984412D484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d8277e79a2_2_255:notes">
            <a:extLst>
              <a:ext uri="{FF2B5EF4-FFF2-40B4-BE49-F238E27FC236}">
                <a16:creationId xmlns:a16="http://schemas.microsoft.com/office/drawing/2014/main" id="{7AC5CC61-7720-60A2-BBE1-3B27DEEC4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6528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a:extLst>
            <a:ext uri="{FF2B5EF4-FFF2-40B4-BE49-F238E27FC236}">
              <a16:creationId xmlns:a16="http://schemas.microsoft.com/office/drawing/2014/main" id="{A2AC31D2-DB8A-6BB1-4679-F68041B70E9B}"/>
            </a:ext>
          </a:extLst>
        </p:cNvPr>
        <p:cNvGrpSpPr/>
        <p:nvPr/>
      </p:nvGrpSpPr>
      <p:grpSpPr>
        <a:xfrm>
          <a:off x="0" y="0"/>
          <a:ext cx="0" cy="0"/>
          <a:chOff x="0" y="0"/>
          <a:chExt cx="0" cy="0"/>
        </a:xfrm>
      </p:grpSpPr>
      <p:sp>
        <p:nvSpPr>
          <p:cNvPr id="277" name="Google Shape;277;g2d8277e79a2_3_105:notes">
            <a:extLst>
              <a:ext uri="{FF2B5EF4-FFF2-40B4-BE49-F238E27FC236}">
                <a16:creationId xmlns:a16="http://schemas.microsoft.com/office/drawing/2014/main" id="{1E041231-CA45-24AD-B6D5-15CAC961D2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d8277e79a2_3_105:notes">
            <a:extLst>
              <a:ext uri="{FF2B5EF4-FFF2-40B4-BE49-F238E27FC236}">
                <a16:creationId xmlns:a16="http://schemas.microsoft.com/office/drawing/2014/main" id="{99968C70-610F-4149-0F2F-F1F610389E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7994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d8277e79a2_3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d8277e79a2_3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54802251-3EAE-4D68-8834-BA789A54B444}"/>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AEFFDDC1-BF0B-41D3-EE05-6B85DF7738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373207F8-3B12-673E-BCE9-92F78AB5BB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626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d8277e79a2_2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d8277e79a2_2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C8830E52-6927-CD8A-BDCD-22534FC9B66C}"/>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7A9610CD-BBFB-BDAF-A339-04ACD975B3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E9A88E00-3A6C-40EE-C0E3-D0427A3165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3710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E01BFD57-70C6-F999-0253-B18CECF31D7D}"/>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A35F489E-3C07-2687-7CFE-8E4F88CAA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DD2399E6-A111-8DEA-8EB9-B1BBF2B608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6795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13B80599-0F23-9282-D2BF-BE414B1A210B}"/>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7E96E55B-72FB-1306-C430-52A3FD6AAC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D843668F-0897-4B58-4C0F-DB8DAB326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1194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E1DC1154-D0F0-ABA6-EA2F-DF3F78636A23}"/>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FAAD30B1-4C4A-EFCB-E41C-8E55A860A9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D2993EE0-981B-FA93-8AE3-B98C384DD5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975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d8277e79a2_2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d8277e79a2_2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a:extLst>
            <a:ext uri="{FF2B5EF4-FFF2-40B4-BE49-F238E27FC236}">
              <a16:creationId xmlns:a16="http://schemas.microsoft.com/office/drawing/2014/main" id="{C981528A-7D80-CB1A-9CB4-1B7AD2A5039E}"/>
            </a:ext>
          </a:extLst>
        </p:cNvPr>
        <p:cNvGrpSpPr/>
        <p:nvPr/>
      </p:nvGrpSpPr>
      <p:grpSpPr>
        <a:xfrm>
          <a:off x="0" y="0"/>
          <a:ext cx="0" cy="0"/>
          <a:chOff x="0" y="0"/>
          <a:chExt cx="0" cy="0"/>
        </a:xfrm>
      </p:grpSpPr>
      <p:sp>
        <p:nvSpPr>
          <p:cNvPr id="277" name="Google Shape;277;g2d8277e79a2_3_105:notes">
            <a:extLst>
              <a:ext uri="{FF2B5EF4-FFF2-40B4-BE49-F238E27FC236}">
                <a16:creationId xmlns:a16="http://schemas.microsoft.com/office/drawing/2014/main" id="{A362BC5E-0A53-59C4-F085-0A6AA903DF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d8277e79a2_3_105:notes">
            <a:extLst>
              <a:ext uri="{FF2B5EF4-FFF2-40B4-BE49-F238E27FC236}">
                <a16:creationId xmlns:a16="http://schemas.microsoft.com/office/drawing/2014/main" id="{97AD99B3-78EF-351F-ADF2-37EACEA0A6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6360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E2DA58D0-F63B-9A2A-5524-68F277539864}"/>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66F035AD-5455-E930-BD13-82E94C268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C26C6652-11D2-4732-10EF-A6ABA4EAAE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3787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32686D5C-32CF-F158-C5D8-732E788F17B6}"/>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C172C84E-BCB6-691E-FD87-75A32181B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FA9121F7-B0B2-88AF-34F5-43CA85229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4945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B3D00B35-C4D2-E269-B463-774060048E48}"/>
            </a:ext>
          </a:extLst>
        </p:cNvPr>
        <p:cNvGrpSpPr/>
        <p:nvPr/>
      </p:nvGrpSpPr>
      <p:grpSpPr>
        <a:xfrm>
          <a:off x="0" y="0"/>
          <a:ext cx="0" cy="0"/>
          <a:chOff x="0" y="0"/>
          <a:chExt cx="0" cy="0"/>
        </a:xfrm>
      </p:grpSpPr>
      <p:sp>
        <p:nvSpPr>
          <p:cNvPr id="230" name="Google Shape;230;g2d8277e79a2_3_58:notes">
            <a:extLst>
              <a:ext uri="{FF2B5EF4-FFF2-40B4-BE49-F238E27FC236}">
                <a16:creationId xmlns:a16="http://schemas.microsoft.com/office/drawing/2014/main" id="{68DA9132-08BF-27C0-A554-03310ADCD6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d8277e79a2_3_58:notes">
            <a:extLst>
              <a:ext uri="{FF2B5EF4-FFF2-40B4-BE49-F238E27FC236}">
                <a16:creationId xmlns:a16="http://schemas.microsoft.com/office/drawing/2014/main" id="{8085F0D9-59F1-B001-E257-000BC691FF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7064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19B8F63C-E725-FA0D-4652-CB215E510D33}"/>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71E32E33-78E7-5804-B2E2-9D3D8AB50D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13D1FF97-54AE-E28C-FEE1-01BA538888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2482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3D8CA420-2B80-8EF7-8E94-D14EFE30F4D5}"/>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FBA6F033-9FC7-B781-853A-553F6ABF20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CB5A5CCA-7B5B-E342-BFF7-EFFA73A31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9075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937509DD-DB94-50ED-9071-A845C4648ED1}"/>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D2C11F88-106C-59C8-A114-BDC2703D5C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BF94E3D5-FD21-AC8D-D96D-967A4D3D9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343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ABA84244-8B86-21FB-41A5-3ADF7C60CDF1}"/>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1DC99B6D-59E9-261E-5F30-0CF8BCDD41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F6B01343-D6F3-28CE-ECE3-8DDC5B9C12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781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d8277e79a2_3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d8277e79a2_3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5C7C7B78-CDB9-832C-6793-E050DB349564}"/>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3E293BD9-C168-80E5-4AAD-37BA6DC509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3E6AE251-3EA9-D52F-0620-88AD11499A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36210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a:extLst>
            <a:ext uri="{FF2B5EF4-FFF2-40B4-BE49-F238E27FC236}">
              <a16:creationId xmlns:a16="http://schemas.microsoft.com/office/drawing/2014/main" id="{5FF963CA-13A0-F3A5-8954-BD3BC21FB9CB}"/>
            </a:ext>
          </a:extLst>
        </p:cNvPr>
        <p:cNvGrpSpPr/>
        <p:nvPr/>
      </p:nvGrpSpPr>
      <p:grpSpPr>
        <a:xfrm>
          <a:off x="0" y="0"/>
          <a:ext cx="0" cy="0"/>
          <a:chOff x="0" y="0"/>
          <a:chExt cx="0" cy="0"/>
        </a:xfrm>
      </p:grpSpPr>
      <p:sp>
        <p:nvSpPr>
          <p:cNvPr id="235" name="Google Shape;235;g2d8277e79a2_3_63:notes">
            <a:extLst>
              <a:ext uri="{FF2B5EF4-FFF2-40B4-BE49-F238E27FC236}">
                <a16:creationId xmlns:a16="http://schemas.microsoft.com/office/drawing/2014/main" id="{8E47ABA4-F4A6-8B2F-F0C7-7FA1CE22D8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d8277e79a2_3_63:notes">
            <a:extLst>
              <a:ext uri="{FF2B5EF4-FFF2-40B4-BE49-F238E27FC236}">
                <a16:creationId xmlns:a16="http://schemas.microsoft.com/office/drawing/2014/main" id="{B494E083-13C2-411B-55E4-61D6A72AD3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2954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a:extLst>
            <a:ext uri="{FF2B5EF4-FFF2-40B4-BE49-F238E27FC236}">
              <a16:creationId xmlns:a16="http://schemas.microsoft.com/office/drawing/2014/main" id="{7027770F-BC9E-8473-24C8-05132140A841}"/>
            </a:ext>
          </a:extLst>
        </p:cNvPr>
        <p:cNvGrpSpPr/>
        <p:nvPr/>
      </p:nvGrpSpPr>
      <p:grpSpPr>
        <a:xfrm>
          <a:off x="0" y="0"/>
          <a:ext cx="0" cy="0"/>
          <a:chOff x="0" y="0"/>
          <a:chExt cx="0" cy="0"/>
        </a:xfrm>
      </p:grpSpPr>
      <p:sp>
        <p:nvSpPr>
          <p:cNvPr id="277" name="Google Shape;277;g2d8277e79a2_3_105:notes">
            <a:extLst>
              <a:ext uri="{FF2B5EF4-FFF2-40B4-BE49-F238E27FC236}">
                <a16:creationId xmlns:a16="http://schemas.microsoft.com/office/drawing/2014/main" id="{29A2AB51-A225-1594-D0C3-F765D58B3A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d8277e79a2_3_105:notes">
            <a:extLst>
              <a:ext uri="{FF2B5EF4-FFF2-40B4-BE49-F238E27FC236}">
                <a16:creationId xmlns:a16="http://schemas.microsoft.com/office/drawing/2014/main" id="{46EA3C4D-B346-AD74-2FF0-5D16ABD696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57289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859A02A6-925F-ACE5-8916-559D6C9BF1BE}"/>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18E88E58-AF59-B737-2E56-EB26CA7D5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797ED1FB-8F64-E510-9687-ED70078182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06071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695B17CB-DCD9-7B83-749D-A777A188B266}"/>
            </a:ext>
          </a:extLst>
        </p:cNvPr>
        <p:cNvGrpSpPr/>
        <p:nvPr/>
      </p:nvGrpSpPr>
      <p:grpSpPr>
        <a:xfrm>
          <a:off x="0" y="0"/>
          <a:ext cx="0" cy="0"/>
          <a:chOff x="0" y="0"/>
          <a:chExt cx="0" cy="0"/>
        </a:xfrm>
      </p:grpSpPr>
      <p:sp>
        <p:nvSpPr>
          <p:cNvPr id="144" name="Google Shape;144;g2d8277e79a2_2_199:notes">
            <a:extLst>
              <a:ext uri="{FF2B5EF4-FFF2-40B4-BE49-F238E27FC236}">
                <a16:creationId xmlns:a16="http://schemas.microsoft.com/office/drawing/2014/main" id="{644ADA30-2981-C0A9-B202-7494000194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d8277e79a2_2_199:notes">
            <a:extLst>
              <a:ext uri="{FF2B5EF4-FFF2-40B4-BE49-F238E27FC236}">
                <a16:creationId xmlns:a16="http://schemas.microsoft.com/office/drawing/2014/main" id="{66DBFD05-0E39-9BCB-9806-C776E21095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1084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B35DBEE2-8788-1D02-B3E4-FCCBBEC49BBD}"/>
            </a:ext>
          </a:extLst>
        </p:cNvPr>
        <p:cNvGrpSpPr/>
        <p:nvPr/>
      </p:nvGrpSpPr>
      <p:grpSpPr>
        <a:xfrm>
          <a:off x="0" y="0"/>
          <a:ext cx="0" cy="0"/>
          <a:chOff x="0" y="0"/>
          <a:chExt cx="0" cy="0"/>
        </a:xfrm>
      </p:grpSpPr>
      <p:sp>
        <p:nvSpPr>
          <p:cNvPr id="230" name="Google Shape;230;g2d8277e79a2_3_58:notes">
            <a:extLst>
              <a:ext uri="{FF2B5EF4-FFF2-40B4-BE49-F238E27FC236}">
                <a16:creationId xmlns:a16="http://schemas.microsoft.com/office/drawing/2014/main" id="{5CBF9EB8-AC9C-4B55-2145-DC4DCB1A36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d8277e79a2_3_58:notes">
            <a:extLst>
              <a:ext uri="{FF2B5EF4-FFF2-40B4-BE49-F238E27FC236}">
                <a16:creationId xmlns:a16="http://schemas.microsoft.com/office/drawing/2014/main" id="{086442BA-D1DE-1B4C-97B0-73DEFA941A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95784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a:extLst>
            <a:ext uri="{FF2B5EF4-FFF2-40B4-BE49-F238E27FC236}">
              <a16:creationId xmlns:a16="http://schemas.microsoft.com/office/drawing/2014/main" id="{B7909717-AED4-BF5C-4A56-9331B203D16A}"/>
            </a:ext>
          </a:extLst>
        </p:cNvPr>
        <p:cNvGrpSpPr/>
        <p:nvPr/>
      </p:nvGrpSpPr>
      <p:grpSpPr>
        <a:xfrm>
          <a:off x="0" y="0"/>
          <a:ext cx="0" cy="0"/>
          <a:chOff x="0" y="0"/>
          <a:chExt cx="0" cy="0"/>
        </a:xfrm>
      </p:grpSpPr>
      <p:sp>
        <p:nvSpPr>
          <p:cNvPr id="277" name="Google Shape;277;g2d8277e79a2_3_105:notes">
            <a:extLst>
              <a:ext uri="{FF2B5EF4-FFF2-40B4-BE49-F238E27FC236}">
                <a16:creationId xmlns:a16="http://schemas.microsoft.com/office/drawing/2014/main" id="{2BD7B7F9-D88C-7442-96E1-F63B3D63C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d8277e79a2_3_105:notes">
            <a:extLst>
              <a:ext uri="{FF2B5EF4-FFF2-40B4-BE49-F238E27FC236}">
                <a16:creationId xmlns:a16="http://schemas.microsoft.com/office/drawing/2014/main" id="{A4DEFB6C-7C35-A6B4-F807-9C197E77FC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67262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d8277e79a2_2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d8277e79a2_2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d8277e79a2_2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d8277e79a2_2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231292" y="559081"/>
            <a:ext cx="6099170" cy="2669894"/>
          </a:xfrm>
        </p:spPr>
        <p:txBody>
          <a:bodyPr anchor="t">
            <a:normAutofit/>
          </a:bodyPr>
          <a:lstStyle>
            <a:lvl1pPr algn="l">
              <a:defRPr sz="9600"/>
            </a:lvl1pPr>
          </a:lstStyle>
          <a:p>
            <a:r>
              <a:rPr lang="en-US"/>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237982" y="3501987"/>
            <a:ext cx="6099170" cy="1012863"/>
          </a:xfrm>
        </p:spPr>
        <p:txBody>
          <a:bodyPr anchor="b">
            <a:normAutofit/>
          </a:bodyPr>
          <a:lstStyle>
            <a:lvl1pPr marL="0" indent="0" algn="l">
              <a:buNone/>
              <a:defRPr sz="3556"/>
            </a:lvl1pPr>
            <a:lvl2pPr marL="812810" indent="0" algn="ctr">
              <a:buNone/>
              <a:defRPr sz="3556"/>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1/30/2026</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74174236"/>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1/30/2026</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44813466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255104" y="1682782"/>
            <a:ext cx="6867216" cy="2832068"/>
          </a:xfrm>
        </p:spPr>
        <p:txBody>
          <a:bodyPr anchor="b">
            <a:normAutofit/>
          </a:bodyPr>
          <a:lstStyle>
            <a:lvl1pPr>
              <a:defRPr sz="11733"/>
            </a:lvl1pPr>
          </a:lstStyle>
          <a:p>
            <a:r>
              <a:rPr lang="en-US"/>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255103" y="628651"/>
            <a:ext cx="6867217" cy="1054131"/>
          </a:xfrm>
        </p:spPr>
        <p:txBody>
          <a:bodyPr>
            <a:normAutofit/>
          </a:bodyPr>
          <a:lstStyle>
            <a:lvl1pPr marL="0" indent="0">
              <a:buNone/>
              <a:defRPr sz="3556">
                <a:solidFill>
                  <a:schemeClr val="tx1">
                    <a:tint val="75000"/>
                  </a:schemeClr>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1/30/2026</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960765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227398" y="562970"/>
            <a:ext cx="8134917" cy="978113"/>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792721" y="1556438"/>
            <a:ext cx="3428466" cy="3076119"/>
          </a:xfrm>
        </p:spPr>
        <p:txBody>
          <a:bodyPr>
            <a:normAutofit/>
          </a:bodyPr>
          <a:lstStyle>
            <a:lvl1pPr>
              <a:defRPr sz="3556"/>
            </a:lvl1pPr>
            <a:lvl2pPr>
              <a:defRPr sz="3200"/>
            </a:lvl2pPr>
            <a:lvl3pPr>
              <a:defRPr sz="2844"/>
            </a:lvl3pPr>
            <a:lvl4pPr>
              <a:defRPr sz="2489"/>
            </a:lvl4pPr>
            <a:lvl5pPr>
              <a:defRPr sz="248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4784671" y="1556438"/>
            <a:ext cx="3577643" cy="3076119"/>
          </a:xfrm>
        </p:spPr>
        <p:txBody>
          <a:bodyPr>
            <a:normAutofit/>
          </a:bodyPr>
          <a:lstStyle>
            <a:lvl1pPr>
              <a:defRPr sz="3556"/>
            </a:lvl1pPr>
            <a:lvl2pPr>
              <a:defRPr sz="3200"/>
            </a:lvl2pPr>
            <a:lvl3pPr>
              <a:defRPr sz="2844"/>
            </a:lvl3pPr>
            <a:lvl4pPr>
              <a:defRPr sz="2489"/>
            </a:lvl4pPr>
            <a:lvl5pPr>
              <a:defRPr sz="248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1/30/2026</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14141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229237" y="557852"/>
            <a:ext cx="8073203" cy="76902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792721" y="1326874"/>
            <a:ext cx="3428465" cy="611256"/>
          </a:xfrm>
        </p:spPr>
        <p:txBody>
          <a:bodyPr anchor="b">
            <a:noAutofit/>
          </a:bodyPr>
          <a:lstStyle>
            <a:lvl1pPr marL="0" indent="0">
              <a:buNone/>
              <a:defRPr sz="3556" b="0" cap="all" spc="178"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792721" y="2008948"/>
            <a:ext cx="3428465" cy="26300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4873975" y="1326874"/>
            <a:ext cx="3428465" cy="611256"/>
          </a:xfrm>
        </p:spPr>
        <p:txBody>
          <a:bodyPr anchor="b">
            <a:noAutofit/>
          </a:bodyPr>
          <a:lstStyle>
            <a:lvl1pPr marL="0" indent="0">
              <a:buNone/>
              <a:defRPr sz="3556" b="0" cap="all" spc="178"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4873975" y="2008947"/>
            <a:ext cx="3428465" cy="2630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1/30/2026</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14954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231291" y="568324"/>
            <a:ext cx="5430220" cy="266065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1/30/2026</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694384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1/30/2026</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150005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238047" y="574977"/>
            <a:ext cx="2963809" cy="1132971"/>
          </a:xfrm>
        </p:spPr>
        <p:txBody>
          <a:bodyPr anchor="t"/>
          <a:lstStyle>
            <a:lvl1pPr>
              <a:defRPr sz="5689"/>
            </a:lvl1pPr>
          </a:lstStyle>
          <a:p>
            <a:r>
              <a:rPr lang="en-US"/>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3829050" y="526840"/>
            <a:ext cx="4687491" cy="3988010"/>
          </a:xfrm>
        </p:spPr>
        <p:txBody>
          <a:bodyPr/>
          <a:lstStyle>
            <a:lvl1pPr>
              <a:defRPr sz="5689"/>
            </a:lvl1pPr>
            <a:lvl2pPr>
              <a:defRPr sz="4978"/>
            </a:lvl2pPr>
            <a:lvl3pPr>
              <a:defRPr sz="4267"/>
            </a:lvl3pPr>
            <a:lvl4pPr>
              <a:defRPr sz="3556"/>
            </a:lvl4pPr>
            <a:lvl5pPr>
              <a:defRPr sz="3556"/>
            </a:lvl5pPr>
            <a:lvl6pPr>
              <a:defRPr sz="3556"/>
            </a:lvl6pPr>
            <a:lvl7pPr>
              <a:defRPr sz="3556"/>
            </a:lvl7pPr>
            <a:lvl8pPr>
              <a:defRPr sz="3556"/>
            </a:lvl8pPr>
            <a:lvl9pPr>
              <a:defRPr sz="35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242965" y="1707948"/>
            <a:ext cx="2814560" cy="2806901"/>
          </a:xfrm>
        </p:spPr>
        <p:txBody>
          <a:bodyPr/>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1/30/2026</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589415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239229" y="574387"/>
            <a:ext cx="2996770" cy="1331084"/>
          </a:xfrm>
        </p:spPr>
        <p:txBody>
          <a:bodyPr anchor="t"/>
          <a:lstStyle>
            <a:lvl1pPr>
              <a:defRPr sz="5689"/>
            </a:lvl1pPr>
          </a:lstStyle>
          <a:p>
            <a:r>
              <a:rPr lang="en-US"/>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3829050" y="628651"/>
            <a:ext cx="4687491" cy="3886199"/>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255103" y="1914525"/>
            <a:ext cx="2802422" cy="2600324"/>
          </a:xfrm>
        </p:spPr>
        <p:txBody>
          <a:bodyPr anchor="b"/>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255103" y="47402"/>
            <a:ext cx="2057400" cy="238666"/>
          </a:xfrm>
        </p:spPr>
        <p:txBody>
          <a:bodyPr/>
          <a:lstStyle/>
          <a:p>
            <a:fld id="{3220A08F-2B1D-4498-A043-7C299B1C2561}" type="datetimeFigureOut">
              <a:rPr lang="en-US" dirty="0"/>
              <a:t>1/30/2026</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2155063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231291" y="568088"/>
            <a:ext cx="8156965" cy="910988"/>
          </a:xfrm>
        </p:spPr>
        <p:txBody>
          <a:bodyPr anchor="t"/>
          <a:lstStyle/>
          <a:p>
            <a:r>
              <a:rPr lang="en-US"/>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251601" y="1479076"/>
            <a:ext cx="8136655" cy="303577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1/30/2026</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2500465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7019622" y="566986"/>
            <a:ext cx="1708164" cy="400377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628649" y="566986"/>
            <a:ext cx="6172565" cy="4003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1/30/2026</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761855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8564846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04981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231291" y="465151"/>
            <a:ext cx="7467560" cy="107908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251601" y="1730086"/>
            <a:ext cx="7467560" cy="2902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255103" y="47402"/>
            <a:ext cx="2057400" cy="238666"/>
          </a:xfrm>
          <a:prstGeom prst="rect">
            <a:avLst/>
          </a:prstGeom>
        </p:spPr>
        <p:txBody>
          <a:bodyPr vert="horz" lIns="91440" tIns="45720" rIns="91440" bIns="45720" rtlCol="0" anchor="ctr"/>
          <a:lstStyle>
            <a:lvl1pPr algn="l">
              <a:defRPr sz="1422">
                <a:solidFill>
                  <a:schemeClr val="tx1"/>
                </a:solidFill>
              </a:defRPr>
            </a:lvl1pPr>
          </a:lstStyle>
          <a:p>
            <a:fld id="{567E9B64-DC09-41C8-9DE3-DA74AF8D2F97}" type="datetimeFigureOut">
              <a:rPr lang="en-US" dirty="0"/>
              <a:t>1/30/2026</a:t>
            </a:fld>
            <a:endParaRPr lang="en-US"/>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5508012" y="4818571"/>
            <a:ext cx="3044952" cy="273844"/>
          </a:xfrm>
          <a:prstGeom prst="rect">
            <a:avLst/>
          </a:prstGeom>
        </p:spPr>
        <p:txBody>
          <a:bodyPr vert="horz" lIns="91440" tIns="45720" rIns="91440" bIns="45720" rtlCol="0" anchor="ctr"/>
          <a:lstStyle>
            <a:lvl1pPr algn="r">
              <a:defRPr sz="1422" b="0" cap="all" spc="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8552963" y="4819362"/>
            <a:ext cx="322326" cy="273844"/>
          </a:xfrm>
          <a:prstGeom prst="rect">
            <a:avLst/>
          </a:prstGeom>
        </p:spPr>
        <p:txBody>
          <a:bodyPr vert="horz" lIns="91440" tIns="45720" rIns="91440" bIns="45720" rtlCol="0" anchor="ctr"/>
          <a:lstStyle>
            <a:lvl1pPr algn="r">
              <a:defRPr sz="1422">
                <a:solidFill>
                  <a:schemeClr val="tx1"/>
                </a:solidFill>
              </a:defRPr>
            </a:lvl1pPr>
          </a:lstStyle>
          <a:p>
            <a:fld id="{6E91CC32-6A6B-4E2E-BBA1-6864F305DA26}" type="slidenum">
              <a:rPr lang="en-US" dirty="0"/>
              <a:t>‹#›</a:t>
            </a:fld>
            <a:endParaRPr lang="en-US"/>
          </a:p>
        </p:txBody>
      </p:sp>
    </p:spTree>
    <p:extLst>
      <p:ext uri="{BB962C8B-B14F-4D97-AF65-F5344CB8AC3E}">
        <p14:creationId xmlns:p14="http://schemas.microsoft.com/office/powerpoint/2010/main" val="1951503397"/>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396" userDrawn="1">
          <p15:clr>
            <a:srgbClr val="F26B43"/>
          </p15:clr>
        </p15:guide>
        <p15:guide id="19" orient="horz" pos="1620" userDrawn="1">
          <p15:clr>
            <a:srgbClr val="F26B43"/>
          </p15:clr>
        </p15:guide>
        <p15:guide id="20"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sites.google.com/view/daystosellperpostcode/home"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hyperlink" Target="https://sites.google.com/view/ukregionmeandts/home"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diagramColors" Target="../diagrams/colors7.xml"/><Relationship Id="rId3" Type="http://schemas.openxmlformats.org/officeDocument/2006/relationships/image" Target="../media/image4.png"/><Relationship Id="rId7" Type="http://schemas.openxmlformats.org/officeDocument/2006/relationships/diagramQuickStyle" Target="../diagrams/quickStyle6.xml"/><Relationship Id="rId12" Type="http://schemas.openxmlformats.org/officeDocument/2006/relationships/diagramQuickStyle" Target="../diagrams/quickStyle7.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Layout" Target="../diagrams/layout6.xml"/><Relationship Id="rId11" Type="http://schemas.openxmlformats.org/officeDocument/2006/relationships/diagramLayout" Target="../diagrams/layout7.xml"/><Relationship Id="rId5" Type="http://schemas.openxmlformats.org/officeDocument/2006/relationships/diagramData" Target="../diagrams/data6.xml"/><Relationship Id="rId10" Type="http://schemas.openxmlformats.org/officeDocument/2006/relationships/diagramData" Target="../diagrams/data7.xml"/><Relationship Id="rId4" Type="http://schemas.openxmlformats.org/officeDocument/2006/relationships/image" Target="../media/image5.png"/><Relationship Id="rId9" Type="http://schemas.microsoft.com/office/2007/relationships/diagramDrawing" Target="../diagrams/drawing6.xml"/><Relationship Id="rId14" Type="http://schemas.microsoft.com/office/2007/relationships/diagramDrawing" Target="../diagrams/drawing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0.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levelup.gitconnected.com/random-forest-regression-209c0f354c84" TargetMode="External"/><Relationship Id="rId7"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hyperlink" Target="https://www.researchgate.net/figure/Schematical-representation-of-gradient-boosting-regression-in-regards-to-algorithm_fig3_340524896" TargetMode="External"/><Relationship Id="rId4" Type="http://schemas.openxmlformats.org/officeDocument/2006/relationships/hyperlink" Target="https://pub.towardsai.net/understanding-k-nearest-neighbors-a-simple-approach-to-classification-and-regression-e4b30b37f151" TargetMode="External"/><Relationship Id="rId9"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diagramColors" Target="../diagrams/colors14.xml"/><Relationship Id="rId18" Type="http://schemas.openxmlformats.org/officeDocument/2006/relationships/diagramColors" Target="../diagrams/colors15.xml"/><Relationship Id="rId3" Type="http://schemas.openxmlformats.org/officeDocument/2006/relationships/diagramData" Target="../diagrams/data13.xml"/><Relationship Id="rId7" Type="http://schemas.microsoft.com/office/2007/relationships/diagramDrawing" Target="../diagrams/drawing13.xml"/><Relationship Id="rId12" Type="http://schemas.openxmlformats.org/officeDocument/2006/relationships/diagramQuickStyle" Target="../diagrams/quickStyle14.xml"/><Relationship Id="rId17" Type="http://schemas.openxmlformats.org/officeDocument/2006/relationships/diagramQuickStyle" Target="../diagrams/quickStyle15.xml"/><Relationship Id="rId2" Type="http://schemas.openxmlformats.org/officeDocument/2006/relationships/notesSlide" Target="../notesSlides/notesSlide27.xml"/><Relationship Id="rId16" Type="http://schemas.openxmlformats.org/officeDocument/2006/relationships/diagramLayout" Target="../diagrams/layout15.xml"/><Relationship Id="rId20" Type="http://schemas.openxmlformats.org/officeDocument/2006/relationships/image" Target="../media/image21.png"/><Relationship Id="rId1" Type="http://schemas.openxmlformats.org/officeDocument/2006/relationships/slideLayout" Target="../slideLayouts/slideLayout13.xml"/><Relationship Id="rId6" Type="http://schemas.openxmlformats.org/officeDocument/2006/relationships/diagramColors" Target="../diagrams/colors13.xml"/><Relationship Id="rId11" Type="http://schemas.openxmlformats.org/officeDocument/2006/relationships/diagramLayout" Target="../diagrams/layout14.xml"/><Relationship Id="rId5" Type="http://schemas.openxmlformats.org/officeDocument/2006/relationships/diagramQuickStyle" Target="../diagrams/quickStyle13.xml"/><Relationship Id="rId15" Type="http://schemas.openxmlformats.org/officeDocument/2006/relationships/diagramData" Target="../diagrams/data15.xml"/><Relationship Id="rId10" Type="http://schemas.openxmlformats.org/officeDocument/2006/relationships/diagramData" Target="../diagrams/data14.xml"/><Relationship Id="rId19" Type="http://schemas.microsoft.com/office/2007/relationships/diagramDrawing" Target="../diagrams/drawing15.xml"/><Relationship Id="rId4" Type="http://schemas.openxmlformats.org/officeDocument/2006/relationships/diagramLayout" Target="../diagrams/layout13.xml"/><Relationship Id="rId9" Type="http://schemas.openxmlformats.org/officeDocument/2006/relationships/image" Target="../media/image20.png"/><Relationship Id="rId14" Type="http://schemas.microsoft.com/office/2007/relationships/diagramDrawing" Target="../diagrams/drawing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7701147" y="4158499"/>
            <a:ext cx="1335000" cy="888925"/>
          </a:xfrm>
          <a:prstGeom prst="rect">
            <a:avLst/>
          </a:prstGeom>
          <a:noFill/>
          <a:ln>
            <a:noFill/>
          </a:ln>
        </p:spPr>
      </p:pic>
      <p:sp>
        <p:nvSpPr>
          <p:cNvPr id="55" name="Google Shape;55;p13"/>
          <p:cNvSpPr txBox="1"/>
          <p:nvPr/>
        </p:nvSpPr>
        <p:spPr>
          <a:xfrm>
            <a:off x="3496800" y="709650"/>
            <a:ext cx="2150400" cy="48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222B5E"/>
                </a:solidFill>
              </a:rPr>
              <a:t>P R E S E N T A T I O N</a:t>
            </a:r>
            <a:endParaRPr sz="1100">
              <a:solidFill>
                <a:srgbClr val="222B5E"/>
              </a:solidFill>
            </a:endParaRPr>
          </a:p>
        </p:txBody>
      </p:sp>
      <p:sp>
        <p:nvSpPr>
          <p:cNvPr id="56" name="Google Shape;56;p13"/>
          <p:cNvSpPr txBox="1"/>
          <p:nvPr/>
        </p:nvSpPr>
        <p:spPr>
          <a:xfrm>
            <a:off x="1443507" y="1381950"/>
            <a:ext cx="6258300" cy="2374500"/>
          </a:xfrm>
          <a:prstGeom prst="rect">
            <a:avLst/>
          </a:prstGeom>
          <a:noFill/>
          <a:ln>
            <a:noFill/>
          </a:ln>
        </p:spPr>
        <p:txBody>
          <a:bodyPr spcFirstLastPara="1" wrap="square" lIns="91425" tIns="91425" rIns="91425" bIns="91425" anchor="t" anchorCtr="0">
            <a:noAutofit/>
          </a:bodyPr>
          <a:lstStyle/>
          <a:p>
            <a:pPr algn="ctr"/>
            <a:r>
              <a:rPr lang="en" sz="7000" b="1">
                <a:solidFill>
                  <a:srgbClr val="222B5E"/>
                </a:solidFill>
              </a:rPr>
              <a:t>Estimating: Days To Sell</a:t>
            </a:r>
          </a:p>
        </p:txBody>
      </p:sp>
      <p:sp>
        <p:nvSpPr>
          <p:cNvPr id="57" name="Google Shape;57;p13"/>
          <p:cNvSpPr/>
          <p:nvPr/>
        </p:nvSpPr>
        <p:spPr>
          <a:xfrm>
            <a:off x="2216350" y="4274342"/>
            <a:ext cx="4704064" cy="383768"/>
          </a:xfrm>
          <a:prstGeom prst="rect">
            <a:avLst/>
          </a:prstGeom>
          <a:noFill/>
          <a:ln w="9525" cap="flat" cmpd="sng">
            <a:solidFill>
              <a:srgbClr val="B11212"/>
            </a:solidFill>
            <a:prstDash val="solid"/>
            <a:round/>
            <a:headEnd type="none" w="sm" len="sm"/>
            <a:tailEnd type="none" w="sm" len="sm"/>
          </a:ln>
        </p:spPr>
        <p:txBody>
          <a:bodyPr spcFirstLastPara="1" wrap="square" lIns="91425" tIns="91425" rIns="91425" bIns="91425" anchor="ctr" anchorCtr="0">
            <a:noAutofit/>
          </a:bodyPr>
          <a:lstStyle/>
          <a:p>
            <a:pPr algn="ctr"/>
            <a:r>
              <a:rPr lang="en" sz="1200">
                <a:solidFill>
                  <a:srgbClr val="B11212"/>
                </a:solidFill>
              </a:rPr>
              <a:t>- JABA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61"/>
        <p:cNvGrpSpPr/>
        <p:nvPr/>
      </p:nvGrpSpPr>
      <p:grpSpPr>
        <a:xfrm>
          <a:off x="0" y="0"/>
          <a:ext cx="0" cy="0"/>
          <a:chOff x="0" y="0"/>
          <a:chExt cx="0" cy="0"/>
        </a:xfrm>
      </p:grpSpPr>
      <p:sp>
        <p:nvSpPr>
          <p:cNvPr id="62" name="Google Shape;62;p14"/>
          <p:cNvSpPr txBox="1"/>
          <p:nvPr/>
        </p:nvSpPr>
        <p:spPr>
          <a:xfrm>
            <a:off x="239170" y="280321"/>
            <a:ext cx="8672124" cy="800189"/>
          </a:xfrm>
          <a:prstGeom prst="rect">
            <a:avLst/>
          </a:prstGeom>
          <a:noFill/>
          <a:ln>
            <a:noFill/>
          </a:ln>
        </p:spPr>
        <p:txBody>
          <a:bodyPr spcFirstLastPara="1" wrap="square" lIns="91425" tIns="91425" rIns="91425" bIns="91425" anchor="t" anchorCtr="0">
            <a:spAutoFit/>
          </a:bodyPr>
          <a:lstStyle/>
          <a:p>
            <a:pPr algn="ctr"/>
            <a:r>
              <a:rPr lang="en" sz="2000" b="1">
                <a:solidFill>
                  <a:srgbClr val="B11212"/>
                </a:solidFill>
              </a:rPr>
              <a:t>Goal : To investigate the influence features have on predicting time taken to sell cars (in days)</a:t>
            </a:r>
            <a:endParaRPr lang="en-US" sz="2000" b="1"/>
          </a:p>
        </p:txBody>
      </p:sp>
      <p:sp>
        <p:nvSpPr>
          <p:cNvPr id="64" name="Google Shape;64;p14"/>
          <p:cNvSpPr/>
          <p:nvPr/>
        </p:nvSpPr>
        <p:spPr>
          <a:xfrm>
            <a:off x="664875" y="1520198"/>
            <a:ext cx="1988100" cy="1988100"/>
          </a:xfrm>
          <a:prstGeom prst="roundRect">
            <a:avLst>
              <a:gd name="adj" fmla="val 16667"/>
            </a:avLst>
          </a:prstGeom>
          <a:noFill/>
          <a:ln w="19050" cap="flat" cmpd="sng">
            <a:solidFill>
              <a:srgbClr val="222B5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22B5E"/>
              </a:solidFill>
            </a:endParaRPr>
          </a:p>
        </p:txBody>
      </p:sp>
      <p:sp>
        <p:nvSpPr>
          <p:cNvPr id="65" name="Google Shape;65;p14"/>
          <p:cNvSpPr/>
          <p:nvPr/>
        </p:nvSpPr>
        <p:spPr>
          <a:xfrm>
            <a:off x="3602719" y="1520838"/>
            <a:ext cx="1988100" cy="1988100"/>
          </a:xfrm>
          <a:prstGeom prst="roundRect">
            <a:avLst>
              <a:gd name="adj" fmla="val 16667"/>
            </a:avLst>
          </a:prstGeom>
          <a:noFill/>
          <a:ln w="19050" cap="flat" cmpd="sng">
            <a:solidFill>
              <a:srgbClr val="B1121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B11212"/>
              </a:solidFill>
            </a:endParaRPr>
          </a:p>
        </p:txBody>
      </p:sp>
      <p:sp>
        <p:nvSpPr>
          <p:cNvPr id="66" name="Google Shape;66;p14"/>
          <p:cNvSpPr/>
          <p:nvPr/>
        </p:nvSpPr>
        <p:spPr>
          <a:xfrm>
            <a:off x="6393999" y="1520196"/>
            <a:ext cx="1988100" cy="1988100"/>
          </a:xfrm>
          <a:prstGeom prst="roundRect">
            <a:avLst>
              <a:gd name="adj" fmla="val 16667"/>
            </a:avLst>
          </a:prstGeom>
          <a:noFill/>
          <a:ln w="19050" cap="flat" cmpd="sng">
            <a:solidFill>
              <a:srgbClr val="222B5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22B5E"/>
              </a:solidFill>
            </a:endParaRPr>
          </a:p>
        </p:txBody>
      </p:sp>
      <p:sp>
        <p:nvSpPr>
          <p:cNvPr id="67" name="Google Shape;67;p14"/>
          <p:cNvSpPr txBox="1"/>
          <p:nvPr/>
        </p:nvSpPr>
        <p:spPr>
          <a:xfrm>
            <a:off x="1141703" y="1960147"/>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222B5E"/>
                </a:solidFill>
                <a:latin typeface="Barlow"/>
                <a:ea typeface="Barlow"/>
                <a:cs typeface="Barlow"/>
                <a:sym typeface="Barlow"/>
              </a:rPr>
              <a:t>01</a:t>
            </a:r>
            <a:endParaRPr sz="6000">
              <a:solidFill>
                <a:srgbClr val="222B5E"/>
              </a:solidFill>
              <a:latin typeface="Barlow"/>
              <a:ea typeface="Barlow"/>
              <a:cs typeface="Barlow"/>
              <a:sym typeface="Barlow"/>
            </a:endParaRPr>
          </a:p>
        </p:txBody>
      </p:sp>
      <p:sp>
        <p:nvSpPr>
          <p:cNvPr id="68" name="Google Shape;68;p14"/>
          <p:cNvSpPr txBox="1"/>
          <p:nvPr/>
        </p:nvSpPr>
        <p:spPr>
          <a:xfrm>
            <a:off x="4079419" y="1960789"/>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B11212"/>
                </a:solidFill>
                <a:latin typeface="Barlow"/>
                <a:ea typeface="Barlow"/>
                <a:cs typeface="Barlow"/>
                <a:sym typeface="Barlow"/>
              </a:rPr>
              <a:t>02</a:t>
            </a:r>
            <a:endParaRPr sz="6000">
              <a:solidFill>
                <a:srgbClr val="B11212"/>
              </a:solidFill>
              <a:latin typeface="Barlow"/>
              <a:ea typeface="Barlow"/>
              <a:cs typeface="Barlow"/>
              <a:sym typeface="Barlow"/>
            </a:endParaRPr>
          </a:p>
        </p:txBody>
      </p:sp>
      <p:sp>
        <p:nvSpPr>
          <p:cNvPr id="69" name="Google Shape;69;p14"/>
          <p:cNvSpPr txBox="1"/>
          <p:nvPr/>
        </p:nvSpPr>
        <p:spPr>
          <a:xfrm>
            <a:off x="6873780" y="1960146"/>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222B5E"/>
                </a:solidFill>
                <a:latin typeface="Barlow"/>
                <a:ea typeface="Barlow"/>
                <a:cs typeface="Barlow"/>
                <a:sym typeface="Barlow"/>
              </a:rPr>
              <a:t>03</a:t>
            </a:r>
            <a:endParaRPr sz="6000">
              <a:solidFill>
                <a:srgbClr val="222B5E"/>
              </a:solidFill>
              <a:latin typeface="Barlow"/>
              <a:ea typeface="Barlow"/>
              <a:cs typeface="Barlow"/>
              <a:sym typeface="Barlow"/>
            </a:endParaRPr>
          </a:p>
        </p:txBody>
      </p:sp>
      <p:sp>
        <p:nvSpPr>
          <p:cNvPr id="70" name="Google Shape;70;p14"/>
          <p:cNvSpPr txBox="1"/>
          <p:nvPr/>
        </p:nvSpPr>
        <p:spPr>
          <a:xfrm>
            <a:off x="681626" y="3752345"/>
            <a:ext cx="1950900" cy="738633"/>
          </a:xfrm>
          <a:prstGeom prst="rect">
            <a:avLst/>
          </a:prstGeom>
          <a:noFill/>
          <a:ln>
            <a:noFill/>
          </a:ln>
        </p:spPr>
        <p:txBody>
          <a:bodyPr spcFirstLastPara="1" wrap="square" lIns="91425" tIns="91425" rIns="91425" bIns="91425" anchor="t" anchorCtr="0">
            <a:spAutoFit/>
          </a:bodyPr>
          <a:lstStyle/>
          <a:p>
            <a:pPr algn="ctr"/>
            <a:r>
              <a:rPr lang="en" sz="1800" b="1">
                <a:solidFill>
                  <a:srgbClr val="222B5E"/>
                </a:solidFill>
              </a:rPr>
              <a:t>Predict </a:t>
            </a:r>
            <a:endParaRPr lang="en-US" sz="1800" b="1">
              <a:solidFill>
                <a:srgbClr val="222B5E"/>
              </a:solidFill>
            </a:endParaRPr>
          </a:p>
          <a:p>
            <a:pPr algn="ctr"/>
            <a:r>
              <a:rPr lang="en" sz="1800" b="1">
                <a:solidFill>
                  <a:srgbClr val="222B5E"/>
                </a:solidFill>
              </a:rPr>
              <a:t>Days To Sell</a:t>
            </a:r>
            <a:endParaRPr sz="1800" b="1">
              <a:solidFill>
                <a:srgbClr val="222B5E"/>
              </a:solidFill>
            </a:endParaRPr>
          </a:p>
        </p:txBody>
      </p:sp>
      <p:sp>
        <p:nvSpPr>
          <p:cNvPr id="71" name="Google Shape;71;p14"/>
          <p:cNvSpPr txBox="1"/>
          <p:nvPr/>
        </p:nvSpPr>
        <p:spPr>
          <a:xfrm>
            <a:off x="3600913" y="3752770"/>
            <a:ext cx="1950900" cy="738633"/>
          </a:xfrm>
          <a:prstGeom prst="rect">
            <a:avLst/>
          </a:prstGeom>
          <a:noFill/>
          <a:ln>
            <a:noFill/>
          </a:ln>
        </p:spPr>
        <p:txBody>
          <a:bodyPr spcFirstLastPara="1" wrap="square" lIns="91425" tIns="91425" rIns="91425" bIns="91425" anchor="t" anchorCtr="0">
            <a:spAutoFit/>
          </a:bodyPr>
          <a:lstStyle/>
          <a:p>
            <a:pPr algn="ctr"/>
            <a:r>
              <a:rPr lang="en" sz="1800" b="1">
                <a:solidFill>
                  <a:srgbClr val="B11212"/>
                </a:solidFill>
              </a:rPr>
              <a:t>Vehicle Feature Importance</a:t>
            </a:r>
            <a:endParaRPr sz="1800" b="1">
              <a:solidFill>
                <a:srgbClr val="B11212"/>
              </a:solidFill>
            </a:endParaRPr>
          </a:p>
        </p:txBody>
      </p:sp>
      <p:sp>
        <p:nvSpPr>
          <p:cNvPr id="72" name="Google Shape;72;p14"/>
          <p:cNvSpPr txBox="1"/>
          <p:nvPr/>
        </p:nvSpPr>
        <p:spPr>
          <a:xfrm>
            <a:off x="6407338" y="3750846"/>
            <a:ext cx="1950900" cy="1015632"/>
          </a:xfrm>
          <a:prstGeom prst="rect">
            <a:avLst/>
          </a:prstGeom>
          <a:noFill/>
          <a:ln>
            <a:noFill/>
          </a:ln>
        </p:spPr>
        <p:txBody>
          <a:bodyPr spcFirstLastPara="1" wrap="square" lIns="91425" tIns="91425" rIns="91425" bIns="91425" anchor="t" anchorCtr="0">
            <a:spAutoFit/>
          </a:bodyPr>
          <a:lstStyle/>
          <a:p>
            <a:pPr algn="ctr"/>
            <a:r>
              <a:rPr lang="en" sz="1800" b="1">
                <a:solidFill>
                  <a:srgbClr val="222B5E"/>
                </a:solidFill>
              </a:rPr>
              <a:t>Autotrader/ Seller Feature Importance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p:cNvGrpSpPr/>
        <p:nvPr/>
      </p:nvGrpSpPr>
      <p:grpSpPr>
        <a:xfrm>
          <a:off x="0" y="0"/>
          <a:ext cx="0" cy="0"/>
          <a:chOff x="0" y="0"/>
          <a:chExt cx="0" cy="0"/>
        </a:xfrm>
      </p:grpSpPr>
      <p:graphicFrame>
        <p:nvGraphicFramePr>
          <p:cNvPr id="5354" name="Diagram 5353">
            <a:extLst>
              <a:ext uri="{FF2B5EF4-FFF2-40B4-BE49-F238E27FC236}">
                <a16:creationId xmlns:a16="http://schemas.microsoft.com/office/drawing/2014/main" id="{48CC5AE9-9572-5C9C-C86F-B40AC50CAE95}"/>
              </a:ext>
            </a:extLst>
          </p:cNvPr>
          <p:cNvGraphicFramePr/>
          <p:nvPr>
            <p:extLst>
              <p:ext uri="{D42A27DB-BD31-4B8C-83A1-F6EECF244321}">
                <p14:modId xmlns:p14="http://schemas.microsoft.com/office/powerpoint/2010/main" val="2950217974"/>
              </p:ext>
            </p:extLst>
          </p:nvPr>
        </p:nvGraphicFramePr>
        <p:xfrm>
          <a:off x="1218685" y="1071590"/>
          <a:ext cx="6695896" cy="3657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138" name="Google Shape;62;p14">
            <a:extLst>
              <a:ext uri="{FF2B5EF4-FFF2-40B4-BE49-F238E27FC236}">
                <a16:creationId xmlns:a16="http://schemas.microsoft.com/office/drawing/2014/main" id="{25FF4225-C4E2-7973-A5AA-6B4503D5D9DA}"/>
              </a:ext>
            </a:extLst>
          </p:cNvPr>
          <p:cNvSpPr txBox="1"/>
          <p:nvPr/>
        </p:nvSpPr>
        <p:spPr>
          <a:xfrm>
            <a:off x="301800" y="288150"/>
            <a:ext cx="4256700" cy="553968"/>
          </a:xfrm>
          <a:prstGeom prst="rect">
            <a:avLst/>
          </a:prstGeom>
          <a:noFill/>
          <a:ln>
            <a:noFill/>
          </a:ln>
        </p:spPr>
        <p:txBody>
          <a:bodyPr spcFirstLastPara="1" wrap="square" lIns="91425" tIns="91425" rIns="91425" bIns="91425" anchor="t" anchorCtr="0">
            <a:spAutoFit/>
          </a:bodyPr>
          <a:lstStyle/>
          <a:p>
            <a:r>
              <a:rPr lang="en" sz="2400" b="1">
                <a:solidFill>
                  <a:srgbClr val="222B5E"/>
                </a:solidFill>
              </a:rPr>
              <a:t>Roadmap:</a:t>
            </a:r>
            <a:endParaRPr sz="2400" b="1">
              <a:solidFill>
                <a:srgbClr val="222B5E"/>
              </a:solidFill>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22"/>
        <p:cNvGrpSpPr/>
        <p:nvPr/>
      </p:nvGrpSpPr>
      <p:grpSpPr>
        <a:xfrm>
          <a:off x="0" y="0"/>
          <a:ext cx="0" cy="0"/>
          <a:chOff x="0" y="0"/>
          <a:chExt cx="0" cy="0"/>
        </a:xfrm>
      </p:grpSpPr>
      <p:sp>
        <p:nvSpPr>
          <p:cNvPr id="123" name="Google Shape;123;p17"/>
          <p:cNvSpPr txBox="1">
            <a:spLocks noGrp="1"/>
          </p:cNvSpPr>
          <p:nvPr>
            <p:ph type="title"/>
          </p:nvPr>
        </p:nvSpPr>
        <p:spPr>
          <a:xfrm>
            <a:off x="1999058" y="2163572"/>
            <a:ext cx="5419376" cy="1058084"/>
          </a:xfrm>
          <a:prstGeom prst="rect">
            <a:avLst/>
          </a:prstGeom>
        </p:spPr>
        <p:txBody>
          <a:bodyPr spcFirstLastPara="1" wrap="square" lIns="91425" tIns="91425" rIns="91425" bIns="91425" anchor="t" anchorCtr="0">
            <a:noAutofit/>
          </a:bodyPr>
          <a:lstStyle/>
          <a:p>
            <a:pPr algn="ctr"/>
            <a:r>
              <a:rPr lang="en" sz="3200" b="1">
                <a:solidFill>
                  <a:srgbClr val="222B5E"/>
                </a:solidFill>
              </a:rPr>
              <a:t>Exploratory Data Analysis </a:t>
            </a:r>
          </a:p>
        </p:txBody>
      </p:sp>
      <p:sp>
        <p:nvSpPr>
          <p:cNvPr id="124" name="Google Shape;124;p17"/>
          <p:cNvSpPr txBox="1"/>
          <p:nvPr/>
        </p:nvSpPr>
        <p:spPr>
          <a:xfrm>
            <a:off x="-90325" y="1108500"/>
            <a:ext cx="41712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0" b="1">
                <a:solidFill>
                  <a:srgbClr val="222B5E"/>
                </a:solidFill>
              </a:rPr>
              <a:t>1</a:t>
            </a:r>
            <a:r>
              <a:rPr lang="en" sz="30000" b="1">
                <a:solidFill>
                  <a:srgbClr val="A81111"/>
                </a:solidFill>
              </a:rPr>
              <a:t>.</a:t>
            </a:r>
            <a:endParaRPr sz="30000" b="1">
              <a:solidFill>
                <a:srgbClr val="A8111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22">
          <a:extLst>
            <a:ext uri="{FF2B5EF4-FFF2-40B4-BE49-F238E27FC236}">
              <a16:creationId xmlns:a16="http://schemas.microsoft.com/office/drawing/2014/main" id="{15CCEEE4-0803-ED26-FFAC-D56022A5A087}"/>
            </a:ext>
          </a:extLst>
        </p:cNvPr>
        <p:cNvGrpSpPr/>
        <p:nvPr/>
      </p:nvGrpSpPr>
      <p:grpSpPr>
        <a:xfrm>
          <a:off x="0" y="0"/>
          <a:ext cx="0" cy="0"/>
          <a:chOff x="0" y="0"/>
          <a:chExt cx="0" cy="0"/>
        </a:xfrm>
      </p:grpSpPr>
      <p:sp>
        <p:nvSpPr>
          <p:cNvPr id="123" name="Google Shape;123;p17">
            <a:extLst>
              <a:ext uri="{FF2B5EF4-FFF2-40B4-BE49-F238E27FC236}">
                <a16:creationId xmlns:a16="http://schemas.microsoft.com/office/drawing/2014/main" id="{2B7FBBEF-88CA-1F1E-94F5-98104CD0418F}"/>
              </a:ext>
            </a:extLst>
          </p:cNvPr>
          <p:cNvSpPr txBox="1">
            <a:spLocks noGrp="1"/>
          </p:cNvSpPr>
          <p:nvPr>
            <p:ph type="title"/>
          </p:nvPr>
        </p:nvSpPr>
        <p:spPr>
          <a:xfrm>
            <a:off x="1861609" y="65662"/>
            <a:ext cx="5419376" cy="1058084"/>
          </a:xfrm>
          <a:prstGeom prst="rect">
            <a:avLst/>
          </a:prstGeom>
        </p:spPr>
        <p:txBody>
          <a:bodyPr spcFirstLastPara="1" wrap="square" lIns="91425" tIns="91425" rIns="91425" bIns="91425" anchor="t" anchorCtr="0">
            <a:noAutofit/>
          </a:bodyPr>
          <a:lstStyle/>
          <a:p>
            <a:pPr algn="ctr"/>
            <a:r>
              <a:rPr lang="en" sz="3200">
                <a:solidFill>
                  <a:srgbClr val="222B5E"/>
                </a:solidFill>
              </a:rPr>
              <a:t>All Features</a:t>
            </a:r>
            <a:endParaRPr lang="en" sz="3200" b="1">
              <a:solidFill>
                <a:srgbClr val="222B5E"/>
              </a:solidFill>
            </a:endParaRPr>
          </a:p>
        </p:txBody>
      </p:sp>
      <p:pic>
        <p:nvPicPr>
          <p:cNvPr id="2" name="Picture 1" descr="A screenshot of a computer program&#10;&#10;AI-generated content may be incorrect.">
            <a:extLst>
              <a:ext uri="{FF2B5EF4-FFF2-40B4-BE49-F238E27FC236}">
                <a16:creationId xmlns:a16="http://schemas.microsoft.com/office/drawing/2014/main" id="{BB6C194A-41DC-8A28-5239-F1503C8E81AF}"/>
              </a:ext>
            </a:extLst>
          </p:cNvPr>
          <p:cNvPicPr>
            <a:picLocks noChangeAspect="1"/>
          </p:cNvPicPr>
          <p:nvPr/>
        </p:nvPicPr>
        <p:blipFill>
          <a:blip r:embed="rId3"/>
          <a:stretch>
            <a:fillRect/>
          </a:stretch>
        </p:blipFill>
        <p:spPr>
          <a:xfrm>
            <a:off x="1702045" y="658310"/>
            <a:ext cx="5732674" cy="4318804"/>
          </a:xfrm>
          <a:prstGeom prst="rect">
            <a:avLst/>
          </a:prstGeom>
        </p:spPr>
      </p:pic>
    </p:spTree>
    <p:extLst>
      <p:ext uri="{BB962C8B-B14F-4D97-AF65-F5344CB8AC3E}">
        <p14:creationId xmlns:p14="http://schemas.microsoft.com/office/powerpoint/2010/main" val="628989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F15D-9209-1792-F75C-CA0A2AF5CF0A}"/>
              </a:ext>
            </a:extLst>
          </p:cNvPr>
          <p:cNvSpPr>
            <a:spLocks noGrp="1"/>
          </p:cNvSpPr>
          <p:nvPr>
            <p:ph type="title"/>
          </p:nvPr>
        </p:nvSpPr>
        <p:spPr>
          <a:xfrm>
            <a:off x="480460" y="345394"/>
            <a:ext cx="8395310" cy="1132971"/>
          </a:xfrm>
        </p:spPr>
        <p:txBody>
          <a:bodyPr anchor="t">
            <a:normAutofit/>
          </a:bodyPr>
          <a:lstStyle/>
          <a:p>
            <a:pPr algn="ctr"/>
            <a:r>
              <a:rPr lang="en-GB" sz="3100">
                <a:solidFill>
                  <a:srgbClr val="05255C"/>
                </a:solidFill>
              </a:rPr>
              <a:t>Top 5 Fastest Selling individual cars</a:t>
            </a:r>
            <a:r>
              <a:rPr lang="en-GB" sz="3100"/>
              <a:t> </a:t>
            </a:r>
            <a:r>
              <a:rPr lang="en-GB" sz="3100" b="0"/>
              <a:t>🚗</a:t>
            </a:r>
            <a:r>
              <a:rPr lang="en-GB" sz="3100" b="0">
                <a:ea typeface="+mj-lt"/>
                <a:cs typeface="+mj-lt"/>
              </a:rPr>
              <a:t>😀</a:t>
            </a:r>
            <a:endParaRPr lang="en-GB" sz="3100"/>
          </a:p>
        </p:txBody>
      </p:sp>
      <p:sp>
        <p:nvSpPr>
          <p:cNvPr id="42" name="Date Placeholder 3">
            <a:extLst>
              <a:ext uri="{FF2B5EF4-FFF2-40B4-BE49-F238E27FC236}">
                <a16:creationId xmlns:a16="http://schemas.microsoft.com/office/drawing/2014/main" id="{61364831-F206-8231-1A3E-0578896C7D39}"/>
              </a:ext>
            </a:extLst>
          </p:cNvPr>
          <p:cNvSpPr>
            <a:spLocks noGrp="1"/>
          </p:cNvSpPr>
          <p:nvPr>
            <p:ph type="dt" sz="half" idx="10"/>
          </p:nvPr>
        </p:nvSpPr>
        <p:spPr>
          <a:xfrm>
            <a:off x="255103" y="47402"/>
            <a:ext cx="2057400" cy="238666"/>
          </a:xfrm>
        </p:spPr>
        <p:txBody>
          <a:bodyPr anchor="ctr">
            <a:normAutofit/>
          </a:bodyPr>
          <a:lstStyle/>
          <a:p>
            <a:pPr>
              <a:lnSpc>
                <a:spcPct val="90000"/>
              </a:lnSpc>
              <a:spcAft>
                <a:spcPts val="600"/>
              </a:spcAft>
            </a:pPr>
            <a:fld id="{D816AA01-4568-4DB2-B082-E43A15963006}" type="datetime1">
              <a:rPr lang="en-US" sz="1000"/>
              <a:pPr>
                <a:lnSpc>
                  <a:spcPct val="90000"/>
                </a:lnSpc>
                <a:spcAft>
                  <a:spcPts val="600"/>
                </a:spcAft>
              </a:pPr>
              <a:t>1/30/2026</a:t>
            </a:fld>
            <a:endParaRPr lang="en-US" sz="1000"/>
          </a:p>
        </p:txBody>
      </p:sp>
      <p:sp>
        <p:nvSpPr>
          <p:cNvPr id="43" name="Footer Placeholder 4">
            <a:extLst>
              <a:ext uri="{FF2B5EF4-FFF2-40B4-BE49-F238E27FC236}">
                <a16:creationId xmlns:a16="http://schemas.microsoft.com/office/drawing/2014/main" id="{38B8700F-8F52-13DC-37FF-7BFF45C3D098}"/>
              </a:ext>
            </a:extLst>
          </p:cNvPr>
          <p:cNvSpPr>
            <a:spLocks noGrp="1"/>
          </p:cNvSpPr>
          <p:nvPr>
            <p:ph type="ftr" sz="quarter" idx="11"/>
          </p:nvPr>
        </p:nvSpPr>
        <p:spPr>
          <a:xfrm>
            <a:off x="5508012" y="4818571"/>
            <a:ext cx="3044952" cy="273844"/>
          </a:xfrm>
        </p:spPr>
        <p:txBody>
          <a:bodyPr anchor="ctr">
            <a:normAutofit/>
          </a:bodyPr>
          <a:lstStyle/>
          <a:p>
            <a:pPr>
              <a:lnSpc>
                <a:spcPct val="90000"/>
              </a:lnSpc>
              <a:spcAft>
                <a:spcPts val="600"/>
              </a:spcAft>
            </a:pPr>
            <a:r>
              <a:rPr lang="en-US" sz="400"/>
              <a:t>
              </a:t>
            </a:r>
          </a:p>
        </p:txBody>
      </p:sp>
      <p:sp>
        <p:nvSpPr>
          <p:cNvPr id="4" name="Slide Number Placeholder 3">
            <a:extLst>
              <a:ext uri="{FF2B5EF4-FFF2-40B4-BE49-F238E27FC236}">
                <a16:creationId xmlns:a16="http://schemas.microsoft.com/office/drawing/2014/main" id="{01DAAA65-64C8-2497-ED8B-0ED627079DD6}"/>
              </a:ext>
            </a:extLst>
          </p:cNvPr>
          <p:cNvSpPr>
            <a:spLocks noGrp="1"/>
          </p:cNvSpPr>
          <p:nvPr>
            <p:ph type="sldNum" sz="quarter" idx="12"/>
          </p:nvPr>
        </p:nvSpPr>
        <p:spPr>
          <a:xfrm>
            <a:off x="8552963" y="4819362"/>
            <a:ext cx="322326" cy="273844"/>
          </a:xfrm>
        </p:spPr>
        <p:txBody>
          <a:bodyPr anchor="ctr">
            <a:normAutofit/>
          </a:bodyPr>
          <a:lstStyle/>
          <a:p>
            <a:pPr marL="0" lvl="0" indent="0" rtl="0">
              <a:lnSpc>
                <a:spcPct val="90000"/>
              </a:lnSpc>
              <a:spcBef>
                <a:spcPts val="0"/>
              </a:spcBef>
              <a:spcAft>
                <a:spcPts val="600"/>
              </a:spcAft>
              <a:buNone/>
            </a:pPr>
            <a:fld id="{00000000-1234-1234-1234-123412341234}" type="slidenum">
              <a:rPr lang="en" sz="1300"/>
              <a:pPr marL="0" lvl="0" indent="0" rtl="0">
                <a:lnSpc>
                  <a:spcPct val="90000"/>
                </a:lnSpc>
                <a:spcBef>
                  <a:spcPts val="0"/>
                </a:spcBef>
                <a:spcAft>
                  <a:spcPts val="600"/>
                </a:spcAft>
                <a:buNone/>
              </a:pPr>
              <a:t>6</a:t>
            </a:fld>
            <a:endParaRPr lang="en" sz="1300"/>
          </a:p>
        </p:txBody>
      </p:sp>
      <p:graphicFrame>
        <p:nvGraphicFramePr>
          <p:cNvPr id="33" name="Table 32">
            <a:extLst>
              <a:ext uri="{FF2B5EF4-FFF2-40B4-BE49-F238E27FC236}">
                <a16:creationId xmlns:a16="http://schemas.microsoft.com/office/drawing/2014/main" id="{D63C8746-B964-2812-BE77-725E6B63E588}"/>
              </a:ext>
            </a:extLst>
          </p:cNvPr>
          <p:cNvGraphicFramePr>
            <a:graphicFrameLocks noGrp="1"/>
          </p:cNvGraphicFramePr>
          <p:nvPr>
            <p:extLst>
              <p:ext uri="{D42A27DB-BD31-4B8C-83A1-F6EECF244321}">
                <p14:modId xmlns:p14="http://schemas.microsoft.com/office/powerpoint/2010/main" val="2724125224"/>
              </p:ext>
            </p:extLst>
          </p:nvPr>
        </p:nvGraphicFramePr>
        <p:xfrm>
          <a:off x="857318" y="1183401"/>
          <a:ext cx="7153964" cy="3470608"/>
        </p:xfrm>
        <a:graphic>
          <a:graphicData uri="http://schemas.openxmlformats.org/drawingml/2006/table">
            <a:tbl>
              <a:tblPr firstRow="1" bandRow="1">
                <a:noFill/>
                <a:tableStyleId>{5C22544A-7EE6-4342-B048-85BDC9FD1C3A}</a:tableStyleId>
              </a:tblPr>
              <a:tblGrid>
                <a:gridCol w="1160864">
                  <a:extLst>
                    <a:ext uri="{9D8B030D-6E8A-4147-A177-3AD203B41FA5}">
                      <a16:colId xmlns:a16="http://schemas.microsoft.com/office/drawing/2014/main" val="149512973"/>
                    </a:ext>
                  </a:extLst>
                </a:gridCol>
                <a:gridCol w="1834117">
                  <a:extLst>
                    <a:ext uri="{9D8B030D-6E8A-4147-A177-3AD203B41FA5}">
                      <a16:colId xmlns:a16="http://schemas.microsoft.com/office/drawing/2014/main" val="2439777728"/>
                    </a:ext>
                  </a:extLst>
                </a:gridCol>
                <a:gridCol w="1433910">
                  <a:extLst>
                    <a:ext uri="{9D8B030D-6E8A-4147-A177-3AD203B41FA5}">
                      <a16:colId xmlns:a16="http://schemas.microsoft.com/office/drawing/2014/main" val="674681615"/>
                    </a:ext>
                  </a:extLst>
                </a:gridCol>
                <a:gridCol w="2725073">
                  <a:extLst>
                    <a:ext uri="{9D8B030D-6E8A-4147-A177-3AD203B41FA5}">
                      <a16:colId xmlns:a16="http://schemas.microsoft.com/office/drawing/2014/main" val="85380249"/>
                    </a:ext>
                  </a:extLst>
                </a:gridCol>
              </a:tblGrid>
              <a:tr h="805708">
                <a:tc>
                  <a:txBody>
                    <a:bodyPr/>
                    <a:lstStyle/>
                    <a:p>
                      <a:pPr marL="0" algn="ctr" rtl="0" eaLnBrk="1" latinLnBrk="0" hangingPunct="1">
                        <a:buNone/>
                      </a:pPr>
                      <a:r>
                        <a:rPr lang="en-GB" sz="2000" b="1" kern="1200">
                          <a:solidFill>
                            <a:schemeClr val="bg1"/>
                          </a:solidFill>
                          <a:effectLst/>
                          <a:latin typeface="Calibri"/>
                        </a:rPr>
                        <a:t>Rank</a:t>
                      </a:r>
                      <a:endParaRPr lang="en-GB" sz="2000" b="1">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0" cap="flat" cmpd="sng" algn="ctr">
                      <a:noFill/>
                      <a:prstDash val="solid"/>
                    </a:lnT>
                    <a:lnB w="12700" cap="flat" cmpd="sng" algn="ctr">
                      <a:solidFill>
                        <a:schemeClr val="tx1"/>
                      </a:solidFill>
                      <a:prstDash val="solid"/>
                    </a:lnB>
                    <a:noFill/>
                  </a:tcPr>
                </a:tc>
                <a:tc>
                  <a:txBody>
                    <a:bodyPr/>
                    <a:lstStyle/>
                    <a:p>
                      <a:pPr marL="0" marR="0" indent="0" algn="ctr" rtl="0" eaLnBrk="1" fontAlgn="auto" latinLnBrk="0" hangingPunct="1">
                        <a:buNone/>
                      </a:pPr>
                      <a:r>
                        <a:rPr lang="en-GB" sz="2000" b="1" kern="1200">
                          <a:solidFill>
                            <a:schemeClr val="bg1"/>
                          </a:solidFill>
                          <a:effectLst/>
                          <a:latin typeface="Calibri"/>
                        </a:rPr>
                        <a:t>Make Model</a:t>
                      </a:r>
                      <a:endParaRPr lang="en-GB" sz="2000" b="1">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0" cap="flat" cmpd="sng" algn="ctr">
                      <a:noFill/>
                      <a:prstDash val="solid"/>
                    </a:lnT>
                    <a:lnB w="12700" cap="flat" cmpd="sng" algn="ctr">
                      <a:solidFill>
                        <a:schemeClr val="tx1"/>
                      </a:solidFill>
                      <a:prstDash val="solid"/>
                    </a:lnB>
                    <a:noFill/>
                  </a:tcPr>
                </a:tc>
                <a:tc>
                  <a:txBody>
                    <a:bodyPr/>
                    <a:lstStyle/>
                    <a:p>
                      <a:pPr marL="0" algn="ctr" rtl="0" eaLnBrk="1" latinLnBrk="0" hangingPunct="1">
                        <a:buNone/>
                      </a:pPr>
                      <a:r>
                        <a:rPr lang="en-GB" sz="2000" b="1" kern="1200">
                          <a:solidFill>
                            <a:schemeClr val="bg1"/>
                          </a:solidFill>
                          <a:effectLst/>
                          <a:latin typeface="Calibri"/>
                        </a:rPr>
                        <a:t>Days to Sell</a:t>
                      </a:r>
                      <a:endParaRPr lang="en-GB" sz="2000" b="1">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0" cap="flat" cmpd="sng" algn="ctr">
                      <a:noFill/>
                      <a:prstDash val="solid"/>
                    </a:lnT>
                    <a:lnB w="12700" cap="flat" cmpd="sng" algn="ctr">
                      <a:solidFill>
                        <a:schemeClr val="tx1"/>
                      </a:solidFill>
                      <a:prstDash val="solid"/>
                    </a:lnB>
                    <a:noFill/>
                  </a:tcPr>
                </a:tc>
                <a:tc>
                  <a:txBody>
                    <a:bodyPr/>
                    <a:lstStyle/>
                    <a:p>
                      <a:pPr marL="0" algn="ctr" rtl="0" eaLnBrk="1" latinLnBrk="0" hangingPunct="1">
                        <a:buNone/>
                      </a:pPr>
                      <a:r>
                        <a:rPr lang="en-GB" sz="2000" b="1" kern="1200">
                          <a:solidFill>
                            <a:schemeClr val="bg1"/>
                          </a:solidFill>
                          <a:effectLst/>
                          <a:latin typeface="Calibri"/>
                        </a:rPr>
                        <a:t>Sold  Price</a:t>
                      </a:r>
                      <a:endParaRPr lang="en-GB" sz="2000" b="1">
                        <a:solidFill>
                          <a:schemeClr val="bg1"/>
                        </a:solidFill>
                        <a:effectLst/>
                        <a:latin typeface="Calibri"/>
                      </a:endParaRPr>
                    </a:p>
                  </a:txBody>
                  <a:tcPr marL="167220" marR="125415" marT="83610" marB="83610" anchor="ctr">
                    <a:lnL w="12700" cmpd="sng">
                      <a:solidFill>
                        <a:schemeClr val="tx1"/>
                      </a:solidFill>
                      <a:prstDash val="solid"/>
                    </a:lnL>
                    <a:lnR w="0" cmpd="sng">
                      <a:noFill/>
                      <a:prstDash val="solid"/>
                    </a:lnR>
                    <a:lnT w="0" cap="flat" cmpd="sng" algn="ctr">
                      <a:noFill/>
                      <a:prstDash val="solid"/>
                    </a:lnT>
                    <a:lnB w="12700" cap="flat" cmpd="sng" algn="ctr">
                      <a:solidFill>
                        <a:schemeClr val="tx1"/>
                      </a:solidFill>
                      <a:prstDash val="solid"/>
                    </a:lnB>
                    <a:noFill/>
                  </a:tcPr>
                </a:tc>
                <a:extLst>
                  <a:ext uri="{0D108BD9-81ED-4DB2-BD59-A6C34878D82A}">
                    <a16:rowId xmlns:a16="http://schemas.microsoft.com/office/drawing/2014/main" val="1327657263"/>
                  </a:ext>
                </a:extLst>
              </a:tr>
              <a:tr h="433842">
                <a:tc>
                  <a:txBody>
                    <a:bodyPr/>
                    <a:lstStyle/>
                    <a:p>
                      <a:pPr marL="0" algn="ctr" rtl="0" eaLnBrk="1" latinLnBrk="0" hangingPunct="1">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indent="0" algn="ctr" rtl="0" eaLnBrk="1" fontAlgn="auto" latinLnBrk="0" hangingPunct="1">
                        <a:buNone/>
                      </a:pPr>
                      <a:r>
                        <a:rPr lang="en-GB" sz="2000" kern="1200">
                          <a:solidFill>
                            <a:schemeClr val="bg1"/>
                          </a:solidFill>
                          <a:effectLst/>
                          <a:latin typeface="Calibri"/>
                        </a:rPr>
                        <a:t>Volvo XC60</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algn="ctr" rtl="0" eaLnBrk="1" latinLnBrk="0" hangingPunct="1">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algn="ctr" rtl="0" eaLnBrk="1" latinLnBrk="0" hangingPunct="1">
                        <a:buNone/>
                      </a:pPr>
                      <a:r>
                        <a:rPr lang="en-GB" sz="2000" kern="1200">
                          <a:solidFill>
                            <a:schemeClr val="bg1"/>
                          </a:solidFill>
                          <a:effectLst/>
                          <a:latin typeface="Calibri"/>
                        </a:rPr>
                        <a:t>£17,495</a:t>
                      </a:r>
                      <a:endParaRPr lang="en-GB" sz="2000">
                        <a:solidFill>
                          <a:schemeClr val="bg1"/>
                        </a:solidFill>
                        <a:effectLst/>
                        <a:latin typeface="Calibri"/>
                      </a:endParaRPr>
                    </a:p>
                  </a:txBody>
                  <a:tcPr marL="167220" marR="125415" marT="83610" marB="83610" anchor="ctr">
                    <a:lnL w="12700" cmpd="sng">
                      <a:solidFill>
                        <a:schemeClr val="tx1"/>
                      </a:solidFill>
                      <a:prstDash val="solid"/>
                    </a:lnL>
                    <a:lnR w="0" cmpd="sng">
                      <a:no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2751338199"/>
                  </a:ext>
                </a:extLst>
              </a:tr>
              <a:tr h="433842">
                <a:tc>
                  <a:txBody>
                    <a:bodyPr/>
                    <a:lstStyle/>
                    <a:p>
                      <a:pPr marL="0" algn="ctr" rtl="0" eaLnBrk="1" latinLnBrk="0" hangingPunct="1">
                        <a:buNone/>
                      </a:pPr>
                      <a:r>
                        <a:rPr lang="en-GB" sz="2000" kern="1200">
                          <a:solidFill>
                            <a:schemeClr val="bg1"/>
                          </a:solidFill>
                          <a:effectLst/>
                          <a:latin typeface="Calibri"/>
                        </a:rPr>
                        <a:t>2</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lvl="0" indent="0" algn="ctr" rtl="0">
                        <a:buNone/>
                      </a:pPr>
                      <a:r>
                        <a:rPr lang="en-GB" sz="2000" kern="1200">
                          <a:solidFill>
                            <a:schemeClr val="bg1"/>
                          </a:solidFill>
                          <a:effectLst/>
                          <a:latin typeface="Calibri"/>
                        </a:rPr>
                        <a:t>Volvo XC60</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a:buNone/>
                      </a:pPr>
                      <a:r>
                        <a:rPr lang="en-GB" sz="2000" b="0" i="0" u="none" strike="noStrike" kern="1200" noProof="0">
                          <a:solidFill>
                            <a:schemeClr val="bg1"/>
                          </a:solidFill>
                          <a:effectLst/>
                          <a:latin typeface="Calibri"/>
                        </a:rPr>
                        <a:t>£</a:t>
                      </a:r>
                      <a:r>
                        <a:rPr lang="en-GB" sz="2000" kern="1200">
                          <a:solidFill>
                            <a:schemeClr val="bg1"/>
                          </a:solidFill>
                          <a:effectLst/>
                          <a:latin typeface="Calibri"/>
                        </a:rPr>
                        <a:t>41650</a:t>
                      </a:r>
                      <a:endParaRPr lang="en-GB" sz="2000">
                        <a:solidFill>
                          <a:schemeClr val="bg1"/>
                        </a:solidFill>
                        <a:effectLst/>
                        <a:latin typeface="Calibri"/>
                      </a:endParaRPr>
                    </a:p>
                  </a:txBody>
                  <a:tcPr marL="167220" marR="125415" marT="83610" marB="83610" anchor="ctr">
                    <a:lnL w="12700" cmpd="sng">
                      <a:solidFill>
                        <a:schemeClr val="tx1"/>
                      </a:solidFill>
                      <a:prstDash val="solid"/>
                    </a:lnL>
                    <a:lnR w="0" cmpd="sng">
                      <a:no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3358025855"/>
                  </a:ext>
                </a:extLst>
              </a:tr>
              <a:tr h="433842">
                <a:tc>
                  <a:txBody>
                    <a:bodyPr/>
                    <a:lstStyle/>
                    <a:p>
                      <a:pPr marL="0" algn="ctr" rtl="0" eaLnBrk="1" latinLnBrk="0" hangingPunct="1">
                        <a:buNone/>
                      </a:pPr>
                      <a:r>
                        <a:rPr lang="en-GB" sz="2000" kern="1200">
                          <a:solidFill>
                            <a:schemeClr val="bg1"/>
                          </a:solidFill>
                          <a:effectLst/>
                          <a:latin typeface="Calibri"/>
                        </a:rPr>
                        <a:t>3</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lvl="0" indent="0" algn="ctr" rtl="0">
                        <a:buNone/>
                      </a:pPr>
                      <a:r>
                        <a:rPr lang="en-GB" sz="2000" kern="1200">
                          <a:solidFill>
                            <a:schemeClr val="bg1"/>
                          </a:solidFill>
                          <a:effectLst/>
                          <a:latin typeface="Calibri"/>
                        </a:rPr>
                        <a:t>Citroen C4</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a:buNone/>
                      </a:pPr>
                      <a:r>
                        <a:rPr lang="en-GB" sz="2000" b="0" i="0" u="none" strike="noStrike" kern="1200" noProof="0">
                          <a:solidFill>
                            <a:schemeClr val="bg1"/>
                          </a:solidFill>
                          <a:effectLst/>
                          <a:latin typeface="Calibri"/>
                        </a:rPr>
                        <a:t>£</a:t>
                      </a:r>
                      <a:r>
                        <a:rPr lang="en-GB" sz="2000" kern="1200">
                          <a:solidFill>
                            <a:schemeClr val="bg1"/>
                          </a:solidFill>
                          <a:effectLst/>
                          <a:latin typeface="Calibri"/>
                        </a:rPr>
                        <a:t>17,998</a:t>
                      </a:r>
                      <a:endParaRPr lang="en-GB" sz="2000">
                        <a:solidFill>
                          <a:schemeClr val="bg1"/>
                        </a:solidFill>
                        <a:effectLst/>
                        <a:latin typeface="Calibri"/>
                      </a:endParaRPr>
                    </a:p>
                  </a:txBody>
                  <a:tcPr marL="167220" marR="125415" marT="83610" marB="83610" anchor="ctr">
                    <a:lnL w="12700" cmpd="sng">
                      <a:solidFill>
                        <a:schemeClr val="tx1"/>
                      </a:solidFill>
                      <a:prstDash val="solid"/>
                    </a:lnL>
                    <a:lnR w="0" cmpd="sng">
                      <a:no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3220757116"/>
                  </a:ext>
                </a:extLst>
              </a:tr>
              <a:tr h="433842">
                <a:tc>
                  <a:txBody>
                    <a:bodyPr/>
                    <a:lstStyle/>
                    <a:p>
                      <a:pPr marL="0" algn="ctr" rtl="0" eaLnBrk="1" latinLnBrk="0" hangingPunct="1">
                        <a:buNone/>
                      </a:pPr>
                      <a:r>
                        <a:rPr lang="en-GB" sz="2000" kern="1200">
                          <a:solidFill>
                            <a:schemeClr val="bg1"/>
                          </a:solidFill>
                          <a:effectLst/>
                          <a:latin typeface="Calibri"/>
                        </a:rPr>
                        <a:t>4</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lvl="0" indent="0" algn="ctr" rtl="0">
                        <a:buNone/>
                      </a:pPr>
                      <a:r>
                        <a:rPr lang="en-GB" sz="2000" kern="1200">
                          <a:solidFill>
                            <a:schemeClr val="bg1"/>
                          </a:solidFill>
                          <a:effectLst/>
                          <a:latin typeface="Calibri"/>
                        </a:rPr>
                        <a:t>Nissan Qashqai</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a:buNone/>
                      </a:pPr>
                      <a:r>
                        <a:rPr lang="en-GB" sz="2000" b="0" i="0" u="none" strike="noStrike" kern="1200" noProof="0">
                          <a:solidFill>
                            <a:schemeClr val="bg1"/>
                          </a:solidFill>
                          <a:effectLst/>
                          <a:latin typeface="Calibri"/>
                        </a:rPr>
                        <a:t>£</a:t>
                      </a:r>
                      <a:r>
                        <a:rPr lang="en-GB" sz="2000" kern="1200">
                          <a:solidFill>
                            <a:schemeClr val="bg1"/>
                          </a:solidFill>
                          <a:effectLst/>
                          <a:latin typeface="Calibri"/>
                        </a:rPr>
                        <a:t>1,495</a:t>
                      </a:r>
                      <a:endParaRPr lang="en-GB" sz="2000">
                        <a:solidFill>
                          <a:schemeClr val="bg1"/>
                        </a:solidFill>
                        <a:effectLst/>
                        <a:latin typeface="Calibri"/>
                      </a:endParaRPr>
                    </a:p>
                  </a:txBody>
                  <a:tcPr marL="167220" marR="125415" marT="83610" marB="83610" anchor="ctr">
                    <a:lnL w="12700" cmpd="sng">
                      <a:solidFill>
                        <a:schemeClr val="tx1"/>
                      </a:solidFill>
                      <a:prstDash val="solid"/>
                    </a:lnL>
                    <a:lnR w="0" cmpd="sng">
                      <a:no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2496267774"/>
                  </a:ext>
                </a:extLst>
              </a:tr>
              <a:tr h="433842">
                <a:tc>
                  <a:txBody>
                    <a:bodyPr/>
                    <a:lstStyle/>
                    <a:p>
                      <a:pPr marL="0" algn="ctr" rtl="0" eaLnBrk="1" latinLnBrk="0" hangingPunct="1">
                        <a:buNone/>
                      </a:pPr>
                      <a:r>
                        <a:rPr lang="en-GB" sz="2000" kern="1200">
                          <a:solidFill>
                            <a:schemeClr val="bg1"/>
                          </a:solidFill>
                          <a:effectLst/>
                          <a:latin typeface="Calibri"/>
                        </a:rPr>
                        <a:t>5</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0" cmpd="sng">
                      <a:noFill/>
                      <a:prstDash val="solid"/>
                    </a:lnB>
                    <a:noFill/>
                  </a:tcPr>
                </a:tc>
                <a:tc>
                  <a:txBody>
                    <a:bodyPr/>
                    <a:lstStyle/>
                    <a:p>
                      <a:pPr marL="0" marR="0" lvl="0" indent="0" algn="ctr" rtl="0">
                        <a:buNone/>
                      </a:pPr>
                      <a:r>
                        <a:rPr lang="en-GB" sz="2000" kern="1200">
                          <a:solidFill>
                            <a:schemeClr val="bg1"/>
                          </a:solidFill>
                          <a:effectLst/>
                          <a:latin typeface="Calibri"/>
                        </a:rPr>
                        <a:t>BMW 1 Series</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0" cap="flat" cmpd="sng" algn="ctr">
                      <a:noFill/>
                      <a:prstDash val="solid"/>
                    </a:lnB>
                    <a:noFill/>
                  </a:tcPr>
                </a:tc>
                <a:tc>
                  <a:txBody>
                    <a:bodyPr/>
                    <a:lstStyle/>
                    <a:p>
                      <a:pPr marL="0" lvl="0" algn="ctr" rtl="0">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0" cap="flat" cmpd="sng" algn="ctr">
                      <a:noFill/>
                      <a:prstDash val="solid"/>
                    </a:lnB>
                    <a:noFill/>
                  </a:tcPr>
                </a:tc>
                <a:tc>
                  <a:txBody>
                    <a:bodyPr/>
                    <a:lstStyle/>
                    <a:p>
                      <a:pPr marL="0" lvl="0" algn="ctr">
                        <a:buNone/>
                      </a:pPr>
                      <a:r>
                        <a:rPr lang="en-GB" sz="2000" b="0" i="0" u="none" strike="noStrike" kern="1200" noProof="0">
                          <a:solidFill>
                            <a:schemeClr val="bg1"/>
                          </a:solidFill>
                          <a:effectLst/>
                          <a:latin typeface="Calibri"/>
                        </a:rPr>
                        <a:t>£</a:t>
                      </a:r>
                      <a:r>
                        <a:rPr lang="en-GB" sz="2000" kern="1200">
                          <a:solidFill>
                            <a:schemeClr val="bg1"/>
                          </a:solidFill>
                          <a:effectLst/>
                          <a:latin typeface="Calibri"/>
                        </a:rPr>
                        <a:t>9,000</a:t>
                      </a:r>
                      <a:endParaRPr lang="en-GB" sz="2000">
                        <a:solidFill>
                          <a:schemeClr val="bg1"/>
                        </a:solidFill>
                        <a:effectLst/>
                        <a:latin typeface="Calibri"/>
                      </a:endParaRPr>
                    </a:p>
                  </a:txBody>
                  <a:tcPr marL="167220" marR="125415" marT="83610" marB="83610" anchor="ctr">
                    <a:lnL w="12700" cmpd="sng">
                      <a:solidFill>
                        <a:schemeClr val="tx1"/>
                      </a:solidFill>
                      <a:prstDash val="solid"/>
                    </a:lnL>
                    <a:lnR w="0" cmpd="sng">
                      <a:noFill/>
                      <a:prstDash val="solid"/>
                    </a:lnR>
                    <a:lnT w="12700" cap="flat" cmpd="sng" algn="ctr">
                      <a:solidFill>
                        <a:schemeClr val="tx1"/>
                      </a:solidFill>
                      <a:prstDash val="solid"/>
                    </a:lnT>
                    <a:lnB w="0" cap="flat" cmpd="sng" algn="ctr">
                      <a:noFill/>
                      <a:prstDash val="solid"/>
                    </a:lnB>
                    <a:noFill/>
                  </a:tcPr>
                </a:tc>
                <a:extLst>
                  <a:ext uri="{0D108BD9-81ED-4DB2-BD59-A6C34878D82A}">
                    <a16:rowId xmlns:a16="http://schemas.microsoft.com/office/drawing/2014/main" val="520308909"/>
                  </a:ext>
                </a:extLst>
              </a:tr>
            </a:tbl>
          </a:graphicData>
        </a:graphic>
      </p:graphicFrame>
    </p:spTree>
    <p:extLst>
      <p:ext uri="{BB962C8B-B14F-4D97-AF65-F5344CB8AC3E}">
        <p14:creationId xmlns:p14="http://schemas.microsoft.com/office/powerpoint/2010/main" val="259105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0549D-6004-9E21-7C65-2B3A14634E8B}"/>
              </a:ext>
            </a:extLst>
          </p:cNvPr>
          <p:cNvSpPr>
            <a:spLocks noGrp="1"/>
          </p:cNvSpPr>
          <p:nvPr>
            <p:ph type="title"/>
          </p:nvPr>
        </p:nvSpPr>
        <p:spPr>
          <a:xfrm>
            <a:off x="659558" y="620208"/>
            <a:ext cx="8324208" cy="670871"/>
          </a:xfrm>
        </p:spPr>
        <p:txBody>
          <a:bodyPr anchor="b">
            <a:normAutofit fontScale="90000"/>
          </a:bodyPr>
          <a:lstStyle/>
          <a:p>
            <a:r>
              <a:rPr lang="en-GB" sz="3400">
                <a:solidFill>
                  <a:srgbClr val="05255C"/>
                </a:solidFill>
              </a:rPr>
              <a:t>Top 5 Worst Selling individual cars</a:t>
            </a:r>
            <a:r>
              <a:rPr lang="en-GB" sz="3400"/>
              <a:t> </a:t>
            </a:r>
            <a:r>
              <a:rPr lang="en-GB" sz="3400" b="0">
                <a:ea typeface="+mj-lt"/>
                <a:cs typeface="+mj-lt"/>
              </a:rPr>
              <a:t>☹️</a:t>
            </a:r>
            <a:r>
              <a:rPr lang="en-GB" sz="3400" b="0"/>
              <a:t>🚗</a:t>
            </a:r>
            <a:br>
              <a:rPr lang="en-GB" sz="3400"/>
            </a:br>
            <a:endParaRPr lang="en-GB" sz="3400"/>
          </a:p>
        </p:txBody>
      </p:sp>
      <p:sp>
        <p:nvSpPr>
          <p:cNvPr id="5" name="Date Placeholder 4">
            <a:extLst>
              <a:ext uri="{FF2B5EF4-FFF2-40B4-BE49-F238E27FC236}">
                <a16:creationId xmlns:a16="http://schemas.microsoft.com/office/drawing/2014/main" id="{98D13E81-A99B-C27C-EC60-B955709D926A}"/>
              </a:ext>
            </a:extLst>
          </p:cNvPr>
          <p:cNvSpPr>
            <a:spLocks noGrp="1"/>
          </p:cNvSpPr>
          <p:nvPr>
            <p:ph type="dt" sz="half" idx="10"/>
          </p:nvPr>
        </p:nvSpPr>
        <p:spPr>
          <a:xfrm>
            <a:off x="255103" y="47402"/>
            <a:ext cx="2057400" cy="238666"/>
          </a:xfrm>
        </p:spPr>
        <p:txBody>
          <a:bodyPr anchor="ctr">
            <a:normAutofit/>
          </a:bodyPr>
          <a:lstStyle/>
          <a:p>
            <a:pPr>
              <a:lnSpc>
                <a:spcPct val="90000"/>
              </a:lnSpc>
              <a:spcAft>
                <a:spcPts val="600"/>
              </a:spcAft>
            </a:pPr>
            <a:fld id="{1A24AA67-C4C3-41A3-95EC-C9D48F8A2EB9}" type="datetime1">
              <a:rPr lang="en-US" sz="1000"/>
              <a:pPr>
                <a:lnSpc>
                  <a:spcPct val="90000"/>
                </a:lnSpc>
                <a:spcAft>
                  <a:spcPts val="600"/>
                </a:spcAft>
              </a:pPr>
              <a:t>1/30/2026</a:t>
            </a:fld>
            <a:endParaRPr lang="en-US" sz="1000"/>
          </a:p>
        </p:txBody>
      </p:sp>
      <p:sp>
        <p:nvSpPr>
          <p:cNvPr id="6" name="Footer Placeholder 5">
            <a:extLst>
              <a:ext uri="{FF2B5EF4-FFF2-40B4-BE49-F238E27FC236}">
                <a16:creationId xmlns:a16="http://schemas.microsoft.com/office/drawing/2014/main" id="{77066472-4327-49CE-221B-70CD77458F9E}"/>
              </a:ext>
            </a:extLst>
          </p:cNvPr>
          <p:cNvSpPr>
            <a:spLocks noGrp="1"/>
          </p:cNvSpPr>
          <p:nvPr>
            <p:ph type="ftr" sz="quarter" idx="11"/>
          </p:nvPr>
        </p:nvSpPr>
        <p:spPr>
          <a:xfrm>
            <a:off x="5508012" y="4818571"/>
            <a:ext cx="3044952" cy="273844"/>
          </a:xfrm>
        </p:spPr>
        <p:txBody>
          <a:bodyPr anchor="ctr">
            <a:normAutofit/>
          </a:bodyPr>
          <a:lstStyle/>
          <a:p>
            <a:pPr>
              <a:lnSpc>
                <a:spcPct val="90000"/>
              </a:lnSpc>
              <a:spcAft>
                <a:spcPts val="600"/>
              </a:spcAft>
            </a:pPr>
            <a:r>
              <a:rPr lang="en-US" sz="400"/>
              <a:t>
              </a:t>
            </a:r>
          </a:p>
        </p:txBody>
      </p:sp>
      <p:sp>
        <p:nvSpPr>
          <p:cNvPr id="7" name="Slide Number Placeholder 6">
            <a:extLst>
              <a:ext uri="{FF2B5EF4-FFF2-40B4-BE49-F238E27FC236}">
                <a16:creationId xmlns:a16="http://schemas.microsoft.com/office/drawing/2014/main" id="{017C1975-B2C7-DBC0-C33F-3CDD8378FCF1}"/>
              </a:ext>
            </a:extLst>
          </p:cNvPr>
          <p:cNvSpPr>
            <a:spLocks noGrp="1"/>
          </p:cNvSpPr>
          <p:nvPr>
            <p:ph type="sldNum" sz="quarter" idx="12"/>
          </p:nvPr>
        </p:nvSpPr>
        <p:spPr>
          <a:xfrm>
            <a:off x="8552963" y="4819362"/>
            <a:ext cx="322326" cy="273844"/>
          </a:xfrm>
        </p:spPr>
        <p:txBody>
          <a:bodyPr anchor="ctr">
            <a:normAutofit/>
          </a:bodyPr>
          <a:lstStyle/>
          <a:p>
            <a:pPr>
              <a:lnSpc>
                <a:spcPct val="90000"/>
              </a:lnSpc>
              <a:spcAft>
                <a:spcPts val="600"/>
              </a:spcAft>
            </a:pPr>
            <a:fld id="{6E91CC32-6A6B-4E2E-BBA1-6864F305DA26}" type="slidenum">
              <a:rPr lang="en-US" sz="1300" dirty="0"/>
              <a:pPr>
                <a:lnSpc>
                  <a:spcPct val="90000"/>
                </a:lnSpc>
                <a:spcAft>
                  <a:spcPts val="600"/>
                </a:spcAft>
              </a:pPr>
              <a:t>7</a:t>
            </a:fld>
            <a:endParaRPr lang="en-US" sz="1300"/>
          </a:p>
        </p:txBody>
      </p:sp>
      <p:graphicFrame>
        <p:nvGraphicFramePr>
          <p:cNvPr id="9" name="Content Placeholder 8">
            <a:extLst>
              <a:ext uri="{FF2B5EF4-FFF2-40B4-BE49-F238E27FC236}">
                <a16:creationId xmlns:a16="http://schemas.microsoft.com/office/drawing/2014/main" id="{9950566B-C073-FA02-CBC2-201155A2C240}"/>
              </a:ext>
            </a:extLst>
          </p:cNvPr>
          <p:cNvGraphicFramePr>
            <a:graphicFrameLocks noGrp="1"/>
          </p:cNvGraphicFramePr>
          <p:nvPr>
            <p:ph idx="1"/>
            <p:extLst>
              <p:ext uri="{D42A27DB-BD31-4B8C-83A1-F6EECF244321}">
                <p14:modId xmlns:p14="http://schemas.microsoft.com/office/powerpoint/2010/main" val="1710574079"/>
              </p:ext>
            </p:extLst>
          </p:nvPr>
        </p:nvGraphicFramePr>
        <p:xfrm>
          <a:off x="310324" y="1202613"/>
          <a:ext cx="8566233" cy="3225066"/>
        </p:xfrm>
        <a:graphic>
          <a:graphicData uri="http://schemas.openxmlformats.org/drawingml/2006/table">
            <a:tbl>
              <a:tblPr firstRow="1" bandRow="1">
                <a:tableStyleId>{2D5ABB26-0587-4C30-8999-92F81FD0307C}</a:tableStyleId>
              </a:tblPr>
              <a:tblGrid>
                <a:gridCol w="1172984">
                  <a:extLst>
                    <a:ext uri="{9D8B030D-6E8A-4147-A177-3AD203B41FA5}">
                      <a16:colId xmlns:a16="http://schemas.microsoft.com/office/drawing/2014/main" val="3013039486"/>
                    </a:ext>
                  </a:extLst>
                </a:gridCol>
                <a:gridCol w="2741850">
                  <a:extLst>
                    <a:ext uri="{9D8B030D-6E8A-4147-A177-3AD203B41FA5}">
                      <a16:colId xmlns:a16="http://schemas.microsoft.com/office/drawing/2014/main" val="4230244270"/>
                    </a:ext>
                  </a:extLst>
                </a:gridCol>
                <a:gridCol w="1975615">
                  <a:extLst>
                    <a:ext uri="{9D8B030D-6E8A-4147-A177-3AD203B41FA5}">
                      <a16:colId xmlns:a16="http://schemas.microsoft.com/office/drawing/2014/main" val="2787489450"/>
                    </a:ext>
                  </a:extLst>
                </a:gridCol>
                <a:gridCol w="2675784">
                  <a:extLst>
                    <a:ext uri="{9D8B030D-6E8A-4147-A177-3AD203B41FA5}">
                      <a16:colId xmlns:a16="http://schemas.microsoft.com/office/drawing/2014/main" val="638659214"/>
                    </a:ext>
                  </a:extLst>
                </a:gridCol>
              </a:tblGrid>
              <a:tr h="537511">
                <a:tc>
                  <a:txBody>
                    <a:bodyPr/>
                    <a:lstStyle/>
                    <a:p>
                      <a:pPr marL="0" algn="ctr" rtl="0" eaLnBrk="1" latinLnBrk="0" hangingPunct="1">
                        <a:buNone/>
                      </a:pPr>
                      <a:r>
                        <a:rPr lang="en-GB" sz="1900" kern="1200">
                          <a:solidFill>
                            <a:srgbClr val="000000"/>
                          </a:solidFill>
                          <a:effectLst/>
                        </a:rPr>
                        <a:t>Rank</a:t>
                      </a:r>
                      <a:endParaRPr lang="en-GB" sz="1900">
                        <a:solidFill>
                          <a:srgbClr val="000000"/>
                        </a:solidFill>
                        <a:effectLst/>
                      </a:endParaRPr>
                    </a:p>
                  </a:txBody>
                  <a:tcPr marL="0" marR="0" marT="0" marB="0" anchor="ctr">
                    <a:lnL w="0">
                      <a:noFill/>
                    </a:lnL>
                    <a:lnR w="3175">
                      <a:solidFill>
                        <a:schemeClr val="bg1"/>
                      </a:solidFill>
                    </a:lnR>
                    <a:lnT w="0">
                      <a:no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Make Model</a:t>
                      </a:r>
                      <a:endParaRPr lang="en-GB" sz="1900">
                        <a:solidFill>
                          <a:srgbClr val="000000"/>
                        </a:solidFill>
                        <a:effectLst/>
                      </a:endParaRPr>
                    </a:p>
                  </a:txBody>
                  <a:tcPr marL="0" marR="0" marT="0" marB="0" anchor="ctr">
                    <a:lnL w="3175">
                      <a:solidFill>
                        <a:schemeClr val="bg1"/>
                      </a:solidFill>
                    </a:lnL>
                    <a:lnR w="3175">
                      <a:solidFill>
                        <a:schemeClr val="bg1"/>
                      </a:solidFill>
                    </a:lnR>
                    <a:lnT w="0">
                      <a:noFill/>
                    </a:lnT>
                    <a:lnB w="3175">
                      <a:solidFill>
                        <a:schemeClr val="bg1"/>
                      </a:solidFill>
                    </a:lnB>
                  </a:tcPr>
                </a:tc>
                <a:tc>
                  <a:txBody>
                    <a:bodyPr/>
                    <a:lstStyle/>
                    <a:p>
                      <a:pPr marL="0" algn="ctr" rtl="0" eaLnBrk="1" latinLnBrk="0" hangingPunct="1">
                        <a:buNone/>
                      </a:pPr>
                      <a:r>
                        <a:rPr lang="en-GB" sz="1900" kern="1200">
                          <a:solidFill>
                            <a:srgbClr val="000000"/>
                          </a:solidFill>
                          <a:effectLst/>
                        </a:rPr>
                        <a:t>Days to Sell</a:t>
                      </a:r>
                      <a:endParaRPr lang="en-GB" sz="1900">
                        <a:solidFill>
                          <a:srgbClr val="000000"/>
                        </a:solidFill>
                        <a:effectLst/>
                      </a:endParaRPr>
                    </a:p>
                  </a:txBody>
                  <a:tcPr marL="0" marR="0" marT="0" marB="0" anchor="ctr">
                    <a:lnL w="3175">
                      <a:solidFill>
                        <a:schemeClr val="bg1"/>
                      </a:solidFill>
                    </a:lnL>
                    <a:lnR w="3175">
                      <a:solidFill>
                        <a:schemeClr val="bg1"/>
                      </a:solidFill>
                    </a:lnR>
                    <a:lnT w="0">
                      <a:noFill/>
                    </a:lnT>
                    <a:lnB w="3175">
                      <a:solidFill>
                        <a:schemeClr val="bg1"/>
                      </a:solidFill>
                    </a:lnB>
                  </a:tcPr>
                </a:tc>
                <a:tc>
                  <a:txBody>
                    <a:bodyPr/>
                    <a:lstStyle/>
                    <a:p>
                      <a:pPr marL="0" algn="ctr" rtl="0" eaLnBrk="1" latinLnBrk="0" hangingPunct="1">
                        <a:buNone/>
                      </a:pPr>
                      <a:r>
                        <a:rPr lang="en-GB" sz="1900" kern="1200">
                          <a:solidFill>
                            <a:srgbClr val="000000"/>
                          </a:solidFill>
                          <a:effectLst/>
                        </a:rPr>
                        <a:t>Price Drop</a:t>
                      </a:r>
                      <a:endParaRPr lang="en-GB" sz="1900">
                        <a:solidFill>
                          <a:srgbClr val="000000"/>
                        </a:solidFill>
                        <a:effectLst/>
                      </a:endParaRPr>
                    </a:p>
                  </a:txBody>
                  <a:tcPr marL="0" marR="0" marT="0" marB="0" anchor="ctr">
                    <a:lnL w="3175">
                      <a:solidFill>
                        <a:schemeClr val="bg1"/>
                      </a:solidFill>
                    </a:lnL>
                    <a:lnR w="0">
                      <a:noFill/>
                    </a:lnR>
                    <a:lnT w="0">
                      <a:noFill/>
                    </a:lnT>
                    <a:lnB w="3175">
                      <a:solidFill>
                        <a:schemeClr val="bg1"/>
                      </a:solidFill>
                    </a:lnB>
                  </a:tcPr>
                </a:tc>
                <a:extLst>
                  <a:ext uri="{0D108BD9-81ED-4DB2-BD59-A6C34878D82A}">
                    <a16:rowId xmlns:a16="http://schemas.microsoft.com/office/drawing/2014/main" val="3065138574"/>
                  </a:ext>
                </a:extLst>
              </a:tr>
              <a:tr h="537511">
                <a:tc>
                  <a:txBody>
                    <a:bodyPr/>
                    <a:lstStyle/>
                    <a:p>
                      <a:pPr marL="0" algn="ctr" rtl="0" eaLnBrk="1" latinLnBrk="0" hangingPunct="1">
                        <a:buNone/>
                      </a:pPr>
                      <a:r>
                        <a:rPr lang="en-GB" sz="1900" kern="1200">
                          <a:solidFill>
                            <a:srgbClr val="000000"/>
                          </a:solidFill>
                          <a:effectLst/>
                        </a:rPr>
                        <a:t>1</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Tesla Model 3</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kern="1200">
                          <a:solidFill>
                            <a:srgbClr val="000000"/>
                          </a:solidFill>
                          <a:effectLst/>
                        </a:rPr>
                        <a:t>1528 (4 years)</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lvl="0" algn="ctr">
                        <a:buNone/>
                      </a:pPr>
                      <a:r>
                        <a:rPr lang="en-GB" sz="1900" kern="1200">
                          <a:solidFill>
                            <a:srgbClr val="000000"/>
                          </a:solidFill>
                          <a:effectLst/>
                        </a:rPr>
                        <a:t>£57,500 → </a:t>
                      </a:r>
                      <a:r>
                        <a:rPr lang="en-GB" sz="1900" u="none" strike="noStrike" kern="1200" noProof="0">
                          <a:solidFill>
                            <a:srgbClr val="000000"/>
                          </a:solidFill>
                          <a:effectLst/>
                        </a:rPr>
                        <a:t>£</a:t>
                      </a:r>
                      <a:r>
                        <a:rPr lang="en-GB" sz="1900" kern="1200">
                          <a:solidFill>
                            <a:srgbClr val="000000"/>
                          </a:solidFill>
                          <a:effectLst/>
                        </a:rPr>
                        <a:t>25,000</a:t>
                      </a:r>
                      <a:endParaRPr lang="en-GB" sz="1900">
                        <a:solidFill>
                          <a:srgbClr val="000000"/>
                        </a:solidFill>
                        <a:effectLst/>
                      </a:endParaRPr>
                    </a:p>
                  </a:txBody>
                  <a:tcPr marL="0" marR="0" marT="0" marB="0" anchor="ctr">
                    <a:lnL w="3175">
                      <a:solidFill>
                        <a:schemeClr val="bg1"/>
                      </a:solidFill>
                    </a:lnL>
                    <a:lnR w="0">
                      <a:noFill/>
                    </a:lnR>
                    <a:lnT w="3175">
                      <a:solidFill>
                        <a:schemeClr val="bg1"/>
                      </a:solidFill>
                    </a:lnT>
                    <a:lnB w="3175">
                      <a:solidFill>
                        <a:schemeClr val="bg1"/>
                      </a:solidFill>
                    </a:lnB>
                  </a:tcPr>
                </a:tc>
                <a:extLst>
                  <a:ext uri="{0D108BD9-81ED-4DB2-BD59-A6C34878D82A}">
                    <a16:rowId xmlns:a16="http://schemas.microsoft.com/office/drawing/2014/main" val="1124746885"/>
                  </a:ext>
                </a:extLst>
              </a:tr>
              <a:tr h="537511">
                <a:tc>
                  <a:txBody>
                    <a:bodyPr/>
                    <a:lstStyle/>
                    <a:p>
                      <a:pPr marL="0" algn="ctr" rtl="0" eaLnBrk="1" latinLnBrk="0" hangingPunct="1">
                        <a:buNone/>
                      </a:pPr>
                      <a:r>
                        <a:rPr lang="en-GB" sz="1900" kern="1200">
                          <a:solidFill>
                            <a:srgbClr val="000000"/>
                          </a:solidFill>
                          <a:effectLst/>
                        </a:rPr>
                        <a:t>2</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Volkswagen Golf</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kern="1200">
                          <a:solidFill>
                            <a:srgbClr val="000000"/>
                          </a:solidFill>
                          <a:effectLst/>
                        </a:rPr>
                        <a:t>1455 </a:t>
                      </a:r>
                      <a:r>
                        <a:rPr lang="en-GB" sz="1900" u="none" strike="noStrike" kern="1200" noProof="0">
                          <a:solidFill>
                            <a:srgbClr val="000000"/>
                          </a:solidFill>
                          <a:effectLst/>
                        </a:rPr>
                        <a:t>(3 years )</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lvl="0" algn="ctr">
                        <a:buNone/>
                      </a:pPr>
                      <a:r>
                        <a:rPr lang="en-GB" sz="1900" u="none" strike="noStrike" kern="1200" noProof="0">
                          <a:solidFill>
                            <a:srgbClr val="000000"/>
                          </a:solidFill>
                          <a:effectLst/>
                        </a:rPr>
                        <a:t>£</a:t>
                      </a:r>
                      <a:r>
                        <a:rPr lang="en-GB" sz="1900" kern="1200">
                          <a:solidFill>
                            <a:srgbClr val="000000"/>
                          </a:solidFill>
                          <a:effectLst/>
                        </a:rPr>
                        <a:t>2,999  →  </a:t>
                      </a:r>
                      <a:r>
                        <a:rPr lang="en-GB" sz="1900" u="none" strike="noStrike" kern="1200" noProof="0">
                          <a:solidFill>
                            <a:srgbClr val="000000"/>
                          </a:solidFill>
                          <a:effectLst/>
                        </a:rPr>
                        <a:t>£</a:t>
                      </a:r>
                      <a:r>
                        <a:rPr lang="en-GB" sz="1900" kern="1200">
                          <a:solidFill>
                            <a:srgbClr val="000000"/>
                          </a:solidFill>
                          <a:effectLst/>
                        </a:rPr>
                        <a:t>1,999</a:t>
                      </a:r>
                      <a:endParaRPr lang="en-GB" sz="1900">
                        <a:solidFill>
                          <a:srgbClr val="000000"/>
                        </a:solidFill>
                        <a:effectLst/>
                      </a:endParaRPr>
                    </a:p>
                  </a:txBody>
                  <a:tcPr marL="0" marR="0" marT="0" marB="0" anchor="ctr">
                    <a:lnL w="3175">
                      <a:solidFill>
                        <a:schemeClr val="bg1"/>
                      </a:solidFill>
                    </a:lnL>
                    <a:lnR w="0">
                      <a:noFill/>
                    </a:lnR>
                    <a:lnT w="3175">
                      <a:solidFill>
                        <a:schemeClr val="bg1"/>
                      </a:solidFill>
                    </a:lnT>
                    <a:lnB w="3175">
                      <a:solidFill>
                        <a:schemeClr val="bg1"/>
                      </a:solidFill>
                    </a:lnB>
                  </a:tcPr>
                </a:tc>
                <a:extLst>
                  <a:ext uri="{0D108BD9-81ED-4DB2-BD59-A6C34878D82A}">
                    <a16:rowId xmlns:a16="http://schemas.microsoft.com/office/drawing/2014/main" val="3753142604"/>
                  </a:ext>
                </a:extLst>
              </a:tr>
              <a:tr h="537511">
                <a:tc>
                  <a:txBody>
                    <a:bodyPr/>
                    <a:lstStyle/>
                    <a:p>
                      <a:pPr marL="0" algn="ctr" rtl="0" eaLnBrk="1" latinLnBrk="0" hangingPunct="1">
                        <a:buNone/>
                      </a:pPr>
                      <a:r>
                        <a:rPr lang="en-GB" sz="1900" kern="1200">
                          <a:solidFill>
                            <a:srgbClr val="000000"/>
                          </a:solidFill>
                          <a:effectLst/>
                        </a:rPr>
                        <a:t>3</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Land Rover Discovery 4</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kern="1200">
                          <a:solidFill>
                            <a:srgbClr val="000000"/>
                          </a:solidFill>
                          <a:effectLst/>
                        </a:rPr>
                        <a:t>1233 </a:t>
                      </a:r>
                      <a:r>
                        <a:rPr lang="en-GB" sz="1900" u="none" strike="noStrike" kern="1200" noProof="0">
                          <a:solidFill>
                            <a:srgbClr val="000000"/>
                          </a:solidFill>
                          <a:effectLst/>
                        </a:rPr>
                        <a:t>(3 years)</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lvl="0" algn="ctr">
                        <a:buNone/>
                      </a:pPr>
                      <a:r>
                        <a:rPr lang="en-GB" sz="1900" u="none" strike="noStrike" kern="1200" noProof="0">
                          <a:solidFill>
                            <a:srgbClr val="000000"/>
                          </a:solidFill>
                          <a:effectLst/>
                        </a:rPr>
                        <a:t>£</a:t>
                      </a:r>
                      <a:r>
                        <a:rPr lang="en-GB" sz="1900" kern="1200">
                          <a:solidFill>
                            <a:srgbClr val="000000"/>
                          </a:solidFill>
                          <a:effectLst/>
                        </a:rPr>
                        <a:t>15,995  →  </a:t>
                      </a:r>
                      <a:r>
                        <a:rPr lang="en-GB" sz="1900" u="none" strike="noStrike" kern="1200" noProof="0">
                          <a:solidFill>
                            <a:srgbClr val="000000"/>
                          </a:solidFill>
                          <a:effectLst/>
                        </a:rPr>
                        <a:t>£</a:t>
                      </a:r>
                      <a:r>
                        <a:rPr lang="en-GB" sz="1900" kern="1200">
                          <a:solidFill>
                            <a:srgbClr val="000000"/>
                          </a:solidFill>
                          <a:effectLst/>
                        </a:rPr>
                        <a:t>11,545</a:t>
                      </a:r>
                      <a:endParaRPr lang="en-GB" sz="1900">
                        <a:solidFill>
                          <a:srgbClr val="000000"/>
                        </a:solidFill>
                        <a:effectLst/>
                      </a:endParaRPr>
                    </a:p>
                  </a:txBody>
                  <a:tcPr marL="0" marR="0" marT="0" marB="0" anchor="ctr">
                    <a:lnL w="3175">
                      <a:solidFill>
                        <a:schemeClr val="bg1"/>
                      </a:solidFill>
                    </a:lnL>
                    <a:lnR w="0">
                      <a:noFill/>
                    </a:lnR>
                    <a:lnT w="3175">
                      <a:solidFill>
                        <a:schemeClr val="bg1"/>
                      </a:solidFill>
                    </a:lnT>
                    <a:lnB w="3175">
                      <a:solidFill>
                        <a:schemeClr val="bg1"/>
                      </a:solidFill>
                    </a:lnB>
                  </a:tcPr>
                </a:tc>
                <a:extLst>
                  <a:ext uri="{0D108BD9-81ED-4DB2-BD59-A6C34878D82A}">
                    <a16:rowId xmlns:a16="http://schemas.microsoft.com/office/drawing/2014/main" val="19629101"/>
                  </a:ext>
                </a:extLst>
              </a:tr>
              <a:tr h="537511">
                <a:tc>
                  <a:txBody>
                    <a:bodyPr/>
                    <a:lstStyle/>
                    <a:p>
                      <a:pPr marL="0" algn="ctr" rtl="0" eaLnBrk="1" latinLnBrk="0" hangingPunct="1">
                        <a:buNone/>
                      </a:pPr>
                      <a:r>
                        <a:rPr lang="en-GB" sz="1900" kern="1200">
                          <a:solidFill>
                            <a:srgbClr val="000000"/>
                          </a:solidFill>
                          <a:effectLst/>
                        </a:rPr>
                        <a:t>4</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BMW 2 Series</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kern="1200">
                          <a:solidFill>
                            <a:srgbClr val="000000"/>
                          </a:solidFill>
                          <a:effectLst/>
                        </a:rPr>
                        <a:t>1213 </a:t>
                      </a:r>
                      <a:r>
                        <a:rPr lang="en-GB" sz="1900" u="none" strike="noStrike" kern="1200" noProof="0">
                          <a:solidFill>
                            <a:srgbClr val="000000"/>
                          </a:solidFill>
                          <a:effectLst/>
                        </a:rPr>
                        <a:t>(3 years)</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lvl="0" algn="ctr">
                        <a:buNone/>
                      </a:pPr>
                      <a:r>
                        <a:rPr lang="en-GB" sz="1900" u="none" strike="noStrike" kern="1200" noProof="0">
                          <a:solidFill>
                            <a:srgbClr val="000000"/>
                          </a:solidFill>
                          <a:effectLst/>
                        </a:rPr>
                        <a:t>£</a:t>
                      </a:r>
                      <a:r>
                        <a:rPr lang="en-GB" sz="1900" kern="1200">
                          <a:solidFill>
                            <a:srgbClr val="000000"/>
                          </a:solidFill>
                          <a:effectLst/>
                        </a:rPr>
                        <a:t>13,995  →  </a:t>
                      </a:r>
                      <a:r>
                        <a:rPr lang="en-GB" sz="1900" u="none" strike="noStrike" kern="1200" noProof="0">
                          <a:solidFill>
                            <a:srgbClr val="000000"/>
                          </a:solidFill>
                          <a:effectLst/>
                        </a:rPr>
                        <a:t>£</a:t>
                      </a:r>
                      <a:r>
                        <a:rPr lang="en-GB" sz="1900" kern="1200">
                          <a:solidFill>
                            <a:srgbClr val="000000"/>
                          </a:solidFill>
                          <a:effectLst/>
                        </a:rPr>
                        <a:t>11,995</a:t>
                      </a:r>
                      <a:endParaRPr lang="en-GB" sz="1900">
                        <a:solidFill>
                          <a:srgbClr val="000000"/>
                        </a:solidFill>
                        <a:effectLst/>
                      </a:endParaRPr>
                    </a:p>
                  </a:txBody>
                  <a:tcPr marL="0" marR="0" marT="0" marB="0" anchor="ctr">
                    <a:lnL w="3175">
                      <a:solidFill>
                        <a:schemeClr val="bg1"/>
                      </a:solidFill>
                    </a:lnL>
                    <a:lnR w="0">
                      <a:noFill/>
                    </a:lnR>
                    <a:lnT w="3175">
                      <a:solidFill>
                        <a:schemeClr val="bg1"/>
                      </a:solidFill>
                    </a:lnT>
                    <a:lnB w="3175">
                      <a:solidFill>
                        <a:schemeClr val="bg1"/>
                      </a:solidFill>
                    </a:lnB>
                  </a:tcPr>
                </a:tc>
                <a:extLst>
                  <a:ext uri="{0D108BD9-81ED-4DB2-BD59-A6C34878D82A}">
                    <a16:rowId xmlns:a16="http://schemas.microsoft.com/office/drawing/2014/main" val="804722703"/>
                  </a:ext>
                </a:extLst>
              </a:tr>
              <a:tr h="537511">
                <a:tc>
                  <a:txBody>
                    <a:bodyPr/>
                    <a:lstStyle/>
                    <a:p>
                      <a:pPr marL="0" algn="ctr" rtl="0" eaLnBrk="1" latinLnBrk="0" hangingPunct="1">
                        <a:buNone/>
                      </a:pPr>
                      <a:r>
                        <a:rPr lang="en-GB" sz="1900" kern="1200">
                          <a:solidFill>
                            <a:srgbClr val="000000"/>
                          </a:solidFill>
                          <a:effectLst/>
                        </a:rPr>
                        <a:t>5</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0">
                      <a:noFill/>
                    </a:lnB>
                  </a:tcPr>
                </a:tc>
                <a:tc>
                  <a:txBody>
                    <a:bodyPr/>
                    <a:lstStyle/>
                    <a:p>
                      <a:pPr marL="0" marR="0" indent="0" algn="ctr" rtl="0" eaLnBrk="1" fontAlgn="auto" latinLnBrk="0" hangingPunct="1">
                        <a:buNone/>
                      </a:pPr>
                      <a:r>
                        <a:rPr lang="en-GB" sz="1900" kern="1200">
                          <a:solidFill>
                            <a:srgbClr val="000000"/>
                          </a:solidFill>
                          <a:effectLst/>
                        </a:rPr>
                        <a:t>Jaguar XK</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0">
                      <a:noFill/>
                    </a:lnB>
                  </a:tcPr>
                </a:tc>
                <a:tc>
                  <a:txBody>
                    <a:bodyPr/>
                    <a:lstStyle/>
                    <a:p>
                      <a:pPr marL="0" algn="ctr" rtl="0" eaLnBrk="1" latinLnBrk="0" hangingPunct="1">
                        <a:buNone/>
                      </a:pPr>
                      <a:r>
                        <a:rPr lang="en-GB" sz="1900" kern="1200">
                          <a:solidFill>
                            <a:srgbClr val="000000"/>
                          </a:solidFill>
                          <a:effectLst/>
                        </a:rPr>
                        <a:t>1124 </a:t>
                      </a:r>
                      <a:r>
                        <a:rPr lang="en-GB" sz="1900" u="none" strike="noStrike" kern="1200" noProof="0">
                          <a:solidFill>
                            <a:srgbClr val="000000"/>
                          </a:solidFill>
                          <a:effectLst/>
                        </a:rPr>
                        <a:t>(3 years)</a:t>
                      </a:r>
                      <a:endParaRPr lang="en-GB" sz="1900">
                        <a:solidFill>
                          <a:srgbClr val="000000"/>
                        </a:solidFill>
                        <a:effectLst/>
                      </a:endParaRPr>
                    </a:p>
                  </a:txBody>
                  <a:tcPr marL="0" marR="0" marT="0" marB="0" anchor="ctr">
                    <a:lnL w="3175">
                      <a:solidFill>
                        <a:schemeClr val="bg1"/>
                      </a:solidFill>
                    </a:lnL>
                    <a:lnR w="3175">
                      <a:solidFill>
                        <a:schemeClr val="bg1"/>
                      </a:solidFill>
                    </a:lnR>
                    <a:lnT w="3175">
                      <a:solidFill>
                        <a:schemeClr val="bg1"/>
                      </a:solidFill>
                    </a:lnT>
                    <a:lnB w="0">
                      <a:noFill/>
                    </a:lnB>
                  </a:tcPr>
                </a:tc>
                <a:tc>
                  <a:txBody>
                    <a:bodyPr/>
                    <a:lstStyle/>
                    <a:p>
                      <a:pPr marL="0" lvl="0" algn="ctr">
                        <a:buNone/>
                      </a:pPr>
                      <a:r>
                        <a:rPr lang="en-GB" sz="1900" u="none" strike="noStrike" kern="1200" noProof="0">
                          <a:solidFill>
                            <a:srgbClr val="000000"/>
                          </a:solidFill>
                          <a:effectLst/>
                        </a:rPr>
                        <a:t>£</a:t>
                      </a:r>
                      <a:r>
                        <a:rPr lang="en-GB" sz="1900" kern="1200">
                          <a:solidFill>
                            <a:srgbClr val="000000"/>
                          </a:solidFill>
                          <a:effectLst/>
                        </a:rPr>
                        <a:t>19,295  →  </a:t>
                      </a:r>
                      <a:r>
                        <a:rPr lang="en-GB" sz="1900" u="none" strike="noStrike" kern="1200" noProof="0">
                          <a:solidFill>
                            <a:srgbClr val="000000"/>
                          </a:solidFill>
                          <a:effectLst/>
                        </a:rPr>
                        <a:t>£</a:t>
                      </a:r>
                      <a:r>
                        <a:rPr lang="en-GB" sz="1900" kern="1200">
                          <a:solidFill>
                            <a:srgbClr val="000000"/>
                          </a:solidFill>
                          <a:effectLst/>
                        </a:rPr>
                        <a:t>10,995</a:t>
                      </a:r>
                      <a:endParaRPr lang="en-GB" sz="1900">
                        <a:solidFill>
                          <a:srgbClr val="000000"/>
                        </a:solidFill>
                        <a:effectLst/>
                      </a:endParaRPr>
                    </a:p>
                  </a:txBody>
                  <a:tcPr marL="0" marR="0" marT="0" marB="0" anchor="ctr">
                    <a:lnL w="3175">
                      <a:solidFill>
                        <a:schemeClr val="bg1"/>
                      </a:solidFill>
                    </a:lnL>
                    <a:lnR w="0">
                      <a:noFill/>
                    </a:lnR>
                    <a:lnT w="3175">
                      <a:solidFill>
                        <a:schemeClr val="bg1"/>
                      </a:solidFill>
                    </a:lnT>
                    <a:lnB w="0">
                      <a:noFill/>
                    </a:lnB>
                  </a:tcPr>
                </a:tc>
                <a:extLst>
                  <a:ext uri="{0D108BD9-81ED-4DB2-BD59-A6C34878D82A}">
                    <a16:rowId xmlns:a16="http://schemas.microsoft.com/office/drawing/2014/main" val="1260365945"/>
                  </a:ext>
                </a:extLst>
              </a:tr>
            </a:tbl>
          </a:graphicData>
        </a:graphic>
      </p:graphicFrame>
    </p:spTree>
    <p:extLst>
      <p:ext uri="{BB962C8B-B14F-4D97-AF65-F5344CB8AC3E}">
        <p14:creationId xmlns:p14="http://schemas.microsoft.com/office/powerpoint/2010/main" val="3090392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10000"/>
            <a:lumOff val="90000"/>
          </a:schemeClr>
        </a:solidFill>
        <a:effectLst/>
      </p:bgPr>
    </p:bg>
    <p:spTree>
      <p:nvGrpSpPr>
        <p:cNvPr id="1" name="">
          <a:extLst>
            <a:ext uri="{FF2B5EF4-FFF2-40B4-BE49-F238E27FC236}">
              <a16:creationId xmlns:a16="http://schemas.microsoft.com/office/drawing/2014/main" id="{C108C171-E0C0-7668-206B-6B29767DB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450BB-D248-20C4-9939-3C9FB5392905}"/>
              </a:ext>
            </a:extLst>
          </p:cNvPr>
          <p:cNvSpPr>
            <a:spLocks noGrp="1"/>
          </p:cNvSpPr>
          <p:nvPr>
            <p:ph type="title"/>
          </p:nvPr>
        </p:nvSpPr>
        <p:spPr>
          <a:xfrm>
            <a:off x="574504" y="345394"/>
            <a:ext cx="7975728" cy="648282"/>
          </a:xfrm>
        </p:spPr>
        <p:txBody>
          <a:bodyPr anchor="t">
            <a:normAutofit/>
          </a:bodyPr>
          <a:lstStyle/>
          <a:p>
            <a:pPr algn="ctr"/>
            <a:r>
              <a:rPr lang="en-GB" sz="3100">
                <a:solidFill>
                  <a:srgbClr val="05255C"/>
                </a:solidFill>
              </a:rPr>
              <a:t>Top 5 Fastest Selling Brands (make)</a:t>
            </a:r>
            <a:endParaRPr lang="en-GB" sz="3100" b="0"/>
          </a:p>
        </p:txBody>
      </p:sp>
      <p:sp>
        <p:nvSpPr>
          <p:cNvPr id="42" name="Date Placeholder 3">
            <a:extLst>
              <a:ext uri="{FF2B5EF4-FFF2-40B4-BE49-F238E27FC236}">
                <a16:creationId xmlns:a16="http://schemas.microsoft.com/office/drawing/2014/main" id="{725BDD57-84BD-9163-6A69-51BEAD04C26C}"/>
              </a:ext>
            </a:extLst>
          </p:cNvPr>
          <p:cNvSpPr>
            <a:spLocks noGrp="1"/>
          </p:cNvSpPr>
          <p:nvPr>
            <p:ph type="dt" sz="half" idx="10"/>
          </p:nvPr>
        </p:nvSpPr>
        <p:spPr>
          <a:xfrm>
            <a:off x="255103" y="47402"/>
            <a:ext cx="2057400" cy="238666"/>
          </a:xfrm>
        </p:spPr>
        <p:txBody>
          <a:bodyPr anchor="ctr">
            <a:normAutofit/>
          </a:bodyPr>
          <a:lstStyle/>
          <a:p>
            <a:pPr>
              <a:lnSpc>
                <a:spcPct val="90000"/>
              </a:lnSpc>
              <a:spcAft>
                <a:spcPts val="600"/>
              </a:spcAft>
            </a:pPr>
            <a:fld id="{D816AA01-4568-4DB2-B082-E43A15963006}" type="datetime1">
              <a:rPr lang="en-US" sz="1000"/>
              <a:pPr>
                <a:lnSpc>
                  <a:spcPct val="90000"/>
                </a:lnSpc>
                <a:spcAft>
                  <a:spcPts val="600"/>
                </a:spcAft>
              </a:pPr>
              <a:t>1/30/2026</a:t>
            </a:fld>
            <a:endParaRPr lang="en-US" sz="1000"/>
          </a:p>
        </p:txBody>
      </p:sp>
      <p:sp>
        <p:nvSpPr>
          <p:cNvPr id="43" name="Footer Placeholder 4">
            <a:extLst>
              <a:ext uri="{FF2B5EF4-FFF2-40B4-BE49-F238E27FC236}">
                <a16:creationId xmlns:a16="http://schemas.microsoft.com/office/drawing/2014/main" id="{D2B2B4AC-5F77-3433-E29E-329456D320C5}"/>
              </a:ext>
            </a:extLst>
          </p:cNvPr>
          <p:cNvSpPr>
            <a:spLocks noGrp="1"/>
          </p:cNvSpPr>
          <p:nvPr>
            <p:ph type="ftr" sz="quarter" idx="11"/>
          </p:nvPr>
        </p:nvSpPr>
        <p:spPr>
          <a:xfrm>
            <a:off x="5508012" y="4818571"/>
            <a:ext cx="3044952" cy="273844"/>
          </a:xfrm>
        </p:spPr>
        <p:txBody>
          <a:bodyPr anchor="ctr">
            <a:normAutofit/>
          </a:bodyPr>
          <a:lstStyle/>
          <a:p>
            <a:pPr>
              <a:lnSpc>
                <a:spcPct val="90000"/>
              </a:lnSpc>
              <a:spcAft>
                <a:spcPts val="600"/>
              </a:spcAft>
            </a:pPr>
            <a:r>
              <a:rPr lang="en-US" sz="400"/>
              <a:t>
              </a:t>
            </a:r>
          </a:p>
        </p:txBody>
      </p:sp>
      <p:sp>
        <p:nvSpPr>
          <p:cNvPr id="4" name="Slide Number Placeholder 3">
            <a:extLst>
              <a:ext uri="{FF2B5EF4-FFF2-40B4-BE49-F238E27FC236}">
                <a16:creationId xmlns:a16="http://schemas.microsoft.com/office/drawing/2014/main" id="{6138BC0E-3C15-F9A9-AE03-0B37D7073506}"/>
              </a:ext>
            </a:extLst>
          </p:cNvPr>
          <p:cNvSpPr>
            <a:spLocks noGrp="1"/>
          </p:cNvSpPr>
          <p:nvPr>
            <p:ph type="sldNum" sz="quarter" idx="12"/>
          </p:nvPr>
        </p:nvSpPr>
        <p:spPr>
          <a:xfrm>
            <a:off x="8552963" y="4819362"/>
            <a:ext cx="322326" cy="273844"/>
          </a:xfrm>
        </p:spPr>
        <p:txBody>
          <a:bodyPr anchor="ctr">
            <a:normAutofit/>
          </a:bodyPr>
          <a:lstStyle/>
          <a:p>
            <a:pPr marL="0" lvl="0" indent="0" rtl="0">
              <a:lnSpc>
                <a:spcPct val="90000"/>
              </a:lnSpc>
              <a:spcBef>
                <a:spcPts val="0"/>
              </a:spcBef>
              <a:spcAft>
                <a:spcPts val="600"/>
              </a:spcAft>
              <a:buNone/>
            </a:pPr>
            <a:fld id="{00000000-1234-1234-1234-123412341234}" type="slidenum">
              <a:rPr lang="en" sz="1300"/>
              <a:pPr marL="0" lvl="0" indent="0" rtl="0">
                <a:lnSpc>
                  <a:spcPct val="90000"/>
                </a:lnSpc>
                <a:spcBef>
                  <a:spcPts val="0"/>
                </a:spcBef>
                <a:spcAft>
                  <a:spcPts val="600"/>
                </a:spcAft>
                <a:buNone/>
              </a:pPr>
              <a:t>8</a:t>
            </a:fld>
            <a:endParaRPr lang="en" sz="1300"/>
          </a:p>
        </p:txBody>
      </p:sp>
      <p:graphicFrame>
        <p:nvGraphicFramePr>
          <p:cNvPr id="33" name="Table 32">
            <a:extLst>
              <a:ext uri="{FF2B5EF4-FFF2-40B4-BE49-F238E27FC236}">
                <a16:creationId xmlns:a16="http://schemas.microsoft.com/office/drawing/2014/main" id="{31694E97-3738-9F25-169B-038F03420B64}"/>
              </a:ext>
            </a:extLst>
          </p:cNvPr>
          <p:cNvGraphicFramePr>
            <a:graphicFrameLocks noGrp="1"/>
          </p:cNvGraphicFramePr>
          <p:nvPr>
            <p:extLst>
              <p:ext uri="{D42A27DB-BD31-4B8C-83A1-F6EECF244321}">
                <p14:modId xmlns:p14="http://schemas.microsoft.com/office/powerpoint/2010/main" val="2074061772"/>
              </p:ext>
            </p:extLst>
          </p:nvPr>
        </p:nvGraphicFramePr>
        <p:xfrm>
          <a:off x="1497474" y="1150233"/>
          <a:ext cx="6150337" cy="3505862"/>
        </p:xfrm>
        <a:graphic>
          <a:graphicData uri="http://schemas.openxmlformats.org/drawingml/2006/table">
            <a:tbl>
              <a:tblPr firstRow="1" bandRow="1">
                <a:noFill/>
                <a:tableStyleId>{5C22544A-7EE6-4342-B048-85BDC9FD1C3A}</a:tableStyleId>
              </a:tblPr>
              <a:tblGrid>
                <a:gridCol w="1612074">
                  <a:extLst>
                    <a:ext uri="{9D8B030D-6E8A-4147-A177-3AD203B41FA5}">
                      <a16:colId xmlns:a16="http://schemas.microsoft.com/office/drawing/2014/main" val="149512973"/>
                    </a:ext>
                  </a:extLst>
                </a:gridCol>
                <a:gridCol w="2547013">
                  <a:extLst>
                    <a:ext uri="{9D8B030D-6E8A-4147-A177-3AD203B41FA5}">
                      <a16:colId xmlns:a16="http://schemas.microsoft.com/office/drawing/2014/main" val="2439777728"/>
                    </a:ext>
                  </a:extLst>
                </a:gridCol>
                <a:gridCol w="1991250">
                  <a:extLst>
                    <a:ext uri="{9D8B030D-6E8A-4147-A177-3AD203B41FA5}">
                      <a16:colId xmlns:a16="http://schemas.microsoft.com/office/drawing/2014/main" val="674681615"/>
                    </a:ext>
                  </a:extLst>
                </a:gridCol>
              </a:tblGrid>
              <a:tr h="816978">
                <a:tc>
                  <a:txBody>
                    <a:bodyPr/>
                    <a:lstStyle/>
                    <a:p>
                      <a:pPr marL="0" algn="ctr" rtl="0" eaLnBrk="1" latinLnBrk="0" hangingPunct="1">
                        <a:buNone/>
                      </a:pPr>
                      <a:r>
                        <a:rPr lang="en-GB" sz="2000" b="1" kern="1200">
                          <a:solidFill>
                            <a:schemeClr val="bg1"/>
                          </a:solidFill>
                          <a:effectLst/>
                          <a:latin typeface="Calibri"/>
                        </a:rPr>
                        <a:t>Rank</a:t>
                      </a:r>
                      <a:endParaRPr lang="en-GB" sz="2000" b="1">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0" cap="flat" cmpd="sng" algn="ctr">
                      <a:noFill/>
                      <a:prstDash val="solid"/>
                    </a:lnT>
                    <a:lnB w="12700" cap="flat" cmpd="sng" algn="ctr">
                      <a:solidFill>
                        <a:schemeClr val="tx1"/>
                      </a:solidFill>
                      <a:prstDash val="solid"/>
                    </a:lnB>
                    <a:noFill/>
                  </a:tcPr>
                </a:tc>
                <a:tc>
                  <a:txBody>
                    <a:bodyPr/>
                    <a:lstStyle/>
                    <a:p>
                      <a:pPr marL="0" marR="0" indent="0" algn="ctr" rtl="0" eaLnBrk="1" fontAlgn="auto" latinLnBrk="0" hangingPunct="1">
                        <a:buNone/>
                      </a:pPr>
                      <a:r>
                        <a:rPr lang="en-GB" sz="2000" b="1" kern="1200">
                          <a:solidFill>
                            <a:schemeClr val="bg1"/>
                          </a:solidFill>
                          <a:effectLst/>
                          <a:latin typeface="Calibri"/>
                        </a:rPr>
                        <a:t>Make </a:t>
                      </a:r>
                      <a:endParaRPr lang="en-GB" sz="2000" b="1">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0" cap="flat" cmpd="sng" algn="ctr">
                      <a:noFill/>
                      <a:prstDash val="solid"/>
                    </a:lnT>
                    <a:lnB w="12700" cap="flat" cmpd="sng" algn="ctr">
                      <a:solidFill>
                        <a:schemeClr val="tx1"/>
                      </a:solidFill>
                      <a:prstDash val="solid"/>
                    </a:lnB>
                    <a:noFill/>
                  </a:tcPr>
                </a:tc>
                <a:tc>
                  <a:txBody>
                    <a:bodyPr/>
                    <a:lstStyle/>
                    <a:p>
                      <a:pPr marL="0" algn="ctr" rtl="0" eaLnBrk="1" latinLnBrk="0" hangingPunct="1">
                        <a:buNone/>
                      </a:pPr>
                      <a:r>
                        <a:rPr lang="en-GB" sz="2000" b="1" kern="1200">
                          <a:solidFill>
                            <a:schemeClr val="bg1"/>
                          </a:solidFill>
                          <a:effectLst/>
                          <a:latin typeface="Calibri"/>
                        </a:rPr>
                        <a:t>Days to Sell</a:t>
                      </a:r>
                    </a:p>
                    <a:p>
                      <a:pPr marL="0" lvl="0" algn="ctr">
                        <a:buNone/>
                      </a:pPr>
                      <a:r>
                        <a:rPr lang="en-GB" sz="2000" b="1" kern="1200">
                          <a:solidFill>
                            <a:schemeClr val="bg1"/>
                          </a:solidFill>
                          <a:effectLst/>
                          <a:latin typeface="Calibri"/>
                        </a:rPr>
                        <a:t>(Mean)</a:t>
                      </a:r>
                    </a:p>
                  </a:txBody>
                  <a:tcPr marL="167220" marR="125415" marT="83610" marB="83610" anchor="ctr">
                    <a:lnL w="12700" cmpd="sng">
                      <a:solidFill>
                        <a:schemeClr val="tx1"/>
                      </a:solidFill>
                      <a:prstDash val="solid"/>
                    </a:lnL>
                    <a:lnR w="12700" cmpd="sng">
                      <a:solidFill>
                        <a:schemeClr val="tx1"/>
                      </a:solidFill>
                      <a:prstDash val="solid"/>
                    </a:lnR>
                    <a:lnT w="0" cap="flat" cmpd="sng" algn="ctr">
                      <a:noFill/>
                      <a:prstDash val="solid"/>
                    </a:lnT>
                    <a:lnB w="12700" cap="flat" cmpd="sng" algn="ctr">
                      <a:solidFill>
                        <a:schemeClr val="tx1"/>
                      </a:solidFill>
                      <a:prstDash val="solid"/>
                    </a:lnB>
                    <a:noFill/>
                  </a:tcPr>
                </a:tc>
                <a:extLst>
                  <a:ext uri="{0D108BD9-81ED-4DB2-BD59-A6C34878D82A}">
                    <a16:rowId xmlns:a16="http://schemas.microsoft.com/office/drawing/2014/main" val="1327657263"/>
                  </a:ext>
                </a:extLst>
              </a:tr>
              <a:tr h="475909">
                <a:tc>
                  <a:txBody>
                    <a:bodyPr/>
                    <a:lstStyle/>
                    <a:p>
                      <a:pPr marL="0" algn="ctr" rtl="0" eaLnBrk="1" latinLnBrk="0" hangingPunct="1">
                        <a:buNone/>
                      </a:pPr>
                      <a:r>
                        <a:rPr lang="en-GB" sz="2000" kern="1200">
                          <a:solidFill>
                            <a:schemeClr val="bg1"/>
                          </a:solidFill>
                          <a:effectLst/>
                          <a:latin typeface="Calibri"/>
                        </a:rPr>
                        <a:t>1</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indent="0" algn="ctr" rtl="0" eaLnBrk="1" fontAlgn="auto" latinLnBrk="0" hangingPunct="1">
                        <a:buNone/>
                      </a:pPr>
                      <a:r>
                        <a:rPr lang="en-GB" sz="2000" kern="1200">
                          <a:solidFill>
                            <a:schemeClr val="bg1"/>
                          </a:solidFill>
                          <a:effectLst/>
                          <a:latin typeface="Calibri"/>
                        </a:rPr>
                        <a:t>Tesla</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28</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2751338199"/>
                  </a:ext>
                </a:extLst>
              </a:tr>
              <a:tr h="475909">
                <a:tc>
                  <a:txBody>
                    <a:bodyPr/>
                    <a:lstStyle/>
                    <a:p>
                      <a:pPr marL="0" algn="ctr" rtl="0" eaLnBrk="1" latinLnBrk="0" hangingPunct="1">
                        <a:buNone/>
                      </a:pPr>
                      <a:r>
                        <a:rPr lang="en-GB" sz="2000" kern="1200">
                          <a:solidFill>
                            <a:schemeClr val="bg1"/>
                          </a:solidFill>
                          <a:effectLst/>
                          <a:latin typeface="Calibri"/>
                        </a:rPr>
                        <a:t>2</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lvl="0" indent="0" algn="ctr" rtl="0">
                        <a:buNone/>
                      </a:pPr>
                      <a:r>
                        <a:rPr lang="en-GB" sz="2000" kern="1200">
                          <a:solidFill>
                            <a:schemeClr val="bg1"/>
                          </a:solidFill>
                          <a:effectLst/>
                          <a:latin typeface="Calibri"/>
                        </a:rPr>
                        <a:t>MG</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34</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3358025855"/>
                  </a:ext>
                </a:extLst>
              </a:tr>
              <a:tr h="475909">
                <a:tc>
                  <a:txBody>
                    <a:bodyPr/>
                    <a:lstStyle/>
                    <a:p>
                      <a:pPr marL="0" algn="ctr" rtl="0" eaLnBrk="1" latinLnBrk="0" hangingPunct="1">
                        <a:buNone/>
                      </a:pPr>
                      <a:r>
                        <a:rPr lang="en-GB" sz="2000" kern="1200">
                          <a:solidFill>
                            <a:schemeClr val="bg1"/>
                          </a:solidFill>
                          <a:effectLst/>
                          <a:latin typeface="Calibri"/>
                        </a:rPr>
                        <a:t>3</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lvl="0" indent="0" algn="ctr" rtl="0">
                        <a:buNone/>
                      </a:pPr>
                      <a:r>
                        <a:rPr lang="en-GB" sz="2000" kern="1200">
                          <a:solidFill>
                            <a:schemeClr val="bg1"/>
                          </a:solidFill>
                          <a:effectLst/>
                          <a:latin typeface="Calibri"/>
                        </a:rPr>
                        <a:t>Kia</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36</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3220757116"/>
                  </a:ext>
                </a:extLst>
              </a:tr>
              <a:tr h="785248">
                <a:tc>
                  <a:txBody>
                    <a:bodyPr/>
                    <a:lstStyle/>
                    <a:p>
                      <a:pPr marL="0" algn="ctr" rtl="0" eaLnBrk="1" latinLnBrk="0" hangingPunct="1">
                        <a:buNone/>
                      </a:pPr>
                      <a:r>
                        <a:rPr lang="en-GB" sz="2000" kern="1200">
                          <a:solidFill>
                            <a:schemeClr val="bg1"/>
                          </a:solidFill>
                          <a:effectLst/>
                          <a:latin typeface="Calibri"/>
                        </a:rPr>
                        <a:t>4</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marR="0" lvl="0" indent="0" algn="ctr" rtl="0">
                        <a:buNone/>
                      </a:pPr>
                      <a:r>
                        <a:rPr lang="en-GB" sz="2000" kern="1200">
                          <a:solidFill>
                            <a:schemeClr val="bg1"/>
                          </a:solidFill>
                          <a:effectLst/>
                          <a:latin typeface="Calibri"/>
                        </a:rPr>
                        <a:t>Nissan</a:t>
                      </a:r>
                      <a:endParaRPr lang="en-GB" sz="2000">
                        <a:solidFill>
                          <a:schemeClr val="bg1"/>
                        </a:solidFill>
                        <a:effectLst/>
                        <a:latin typeface="Calibri"/>
                      </a:endParaRP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marL="0" lvl="0" algn="ctr" rtl="0">
                        <a:buNone/>
                      </a:pPr>
                      <a:r>
                        <a:rPr lang="en-GB" sz="2000" kern="1200">
                          <a:solidFill>
                            <a:schemeClr val="bg1"/>
                          </a:solidFill>
                          <a:effectLst/>
                          <a:latin typeface="Calibri"/>
                        </a:rPr>
                        <a:t>37</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2496267774"/>
                  </a:ext>
                </a:extLst>
              </a:tr>
              <a:tr h="475909">
                <a:tc>
                  <a:txBody>
                    <a:bodyPr/>
                    <a:lstStyle/>
                    <a:p>
                      <a:pPr marL="0" algn="ctr" rtl="0" eaLnBrk="1" latinLnBrk="0" hangingPunct="1">
                        <a:buNone/>
                      </a:pPr>
                      <a:r>
                        <a:rPr lang="en-GB" sz="2000" kern="1200">
                          <a:solidFill>
                            <a:schemeClr val="bg1"/>
                          </a:solidFill>
                          <a:effectLst/>
                          <a:latin typeface="Calibri"/>
                        </a:rPr>
                        <a:t>5</a:t>
                      </a:r>
                      <a:endParaRPr lang="en-GB" sz="2000">
                        <a:solidFill>
                          <a:schemeClr val="bg1"/>
                        </a:solidFill>
                        <a:effectLst/>
                        <a:latin typeface="Calibri"/>
                      </a:endParaRPr>
                    </a:p>
                  </a:txBody>
                  <a:tcPr marL="167220" marR="125415" marT="83610" marB="83610" anchor="ctr">
                    <a:lnL w="0" cmpd="sng">
                      <a:noFill/>
                      <a:prstDash val="solid"/>
                    </a:lnL>
                    <a:lnR w="12700" cmpd="sng">
                      <a:solidFill>
                        <a:schemeClr val="tx1"/>
                      </a:solidFill>
                      <a:prstDash val="solid"/>
                    </a:lnR>
                    <a:lnT w="12700" cap="flat" cmpd="sng" algn="ctr">
                      <a:solidFill>
                        <a:schemeClr val="tx1"/>
                      </a:solidFill>
                      <a:prstDash val="solid"/>
                    </a:lnT>
                    <a:lnB w="0" cmpd="sng">
                      <a:noFill/>
                      <a:prstDash val="solid"/>
                    </a:lnB>
                    <a:noFill/>
                  </a:tcPr>
                </a:tc>
                <a:tc>
                  <a:txBody>
                    <a:bodyPr/>
                    <a:lstStyle/>
                    <a:p>
                      <a:pPr marL="0" marR="0" lvl="0" indent="0" algn="ctr" rtl="0">
                        <a:buNone/>
                      </a:pPr>
                      <a:r>
                        <a:rPr lang="en-GB" sz="2000" kern="1200">
                          <a:solidFill>
                            <a:schemeClr val="bg1"/>
                          </a:solidFill>
                          <a:effectLst/>
                          <a:latin typeface="Calibri"/>
                        </a:rPr>
                        <a:t>Seat</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0" cap="flat" cmpd="sng" algn="ctr">
                      <a:noFill/>
                      <a:prstDash val="solid"/>
                    </a:lnB>
                    <a:noFill/>
                  </a:tcPr>
                </a:tc>
                <a:tc>
                  <a:txBody>
                    <a:bodyPr/>
                    <a:lstStyle/>
                    <a:p>
                      <a:pPr marL="0" lvl="0" algn="ctr" rtl="0">
                        <a:buNone/>
                      </a:pPr>
                      <a:r>
                        <a:rPr lang="en-GB" sz="2000" kern="1200">
                          <a:solidFill>
                            <a:schemeClr val="bg1"/>
                          </a:solidFill>
                          <a:effectLst/>
                          <a:latin typeface="Calibri"/>
                        </a:rPr>
                        <a:t>37</a:t>
                      </a:r>
                    </a:p>
                  </a:txBody>
                  <a:tcPr marL="167220" marR="125415" marT="83610" marB="83610" anchor="ctr">
                    <a:lnL w="12700" cmpd="sng">
                      <a:solidFill>
                        <a:schemeClr val="tx1"/>
                      </a:solidFill>
                      <a:prstDash val="solid"/>
                    </a:lnL>
                    <a:lnR w="12700" cmpd="sng">
                      <a:solidFill>
                        <a:schemeClr val="tx1"/>
                      </a:solidFill>
                      <a:prstDash val="solid"/>
                    </a:lnR>
                    <a:lnT w="12700" cap="flat" cmpd="sng" algn="ctr">
                      <a:solidFill>
                        <a:schemeClr val="tx1"/>
                      </a:solidFill>
                      <a:prstDash val="solid"/>
                    </a:lnT>
                    <a:lnB w="0" cap="flat" cmpd="sng" algn="ctr">
                      <a:noFill/>
                      <a:prstDash val="solid"/>
                    </a:lnB>
                    <a:noFill/>
                  </a:tcPr>
                </a:tc>
                <a:extLst>
                  <a:ext uri="{0D108BD9-81ED-4DB2-BD59-A6C34878D82A}">
                    <a16:rowId xmlns:a16="http://schemas.microsoft.com/office/drawing/2014/main" val="520308909"/>
                  </a:ext>
                </a:extLst>
              </a:tr>
            </a:tbl>
          </a:graphicData>
        </a:graphic>
      </p:graphicFrame>
      <p:sp>
        <p:nvSpPr>
          <p:cNvPr id="7" name="TextBox 6">
            <a:extLst>
              <a:ext uri="{FF2B5EF4-FFF2-40B4-BE49-F238E27FC236}">
                <a16:creationId xmlns:a16="http://schemas.microsoft.com/office/drawing/2014/main" id="{2F7C1970-FF76-A1E3-0406-31179433E667}"/>
              </a:ext>
            </a:extLst>
          </p:cNvPr>
          <p:cNvSpPr txBox="1"/>
          <p:nvPr/>
        </p:nvSpPr>
        <p:spPr>
          <a:xfrm>
            <a:off x="96069" y="4830982"/>
            <a:ext cx="182542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100" i="1" err="1"/>
              <a:t>Value_count</a:t>
            </a:r>
            <a:r>
              <a:rPr lang="en-GB" sz="1100" i="1"/>
              <a:t>&gt;500</a:t>
            </a:r>
          </a:p>
        </p:txBody>
      </p:sp>
    </p:spTree>
    <p:extLst>
      <p:ext uri="{BB962C8B-B14F-4D97-AF65-F5344CB8AC3E}">
        <p14:creationId xmlns:p14="http://schemas.microsoft.com/office/powerpoint/2010/main" val="626660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10000"/>
            <a:lumOff val="90000"/>
          </a:schemeClr>
        </a:solidFill>
        <a:effectLst/>
      </p:bgPr>
    </p:bg>
    <p:spTree>
      <p:nvGrpSpPr>
        <p:cNvPr id="1" name="">
          <a:extLst>
            <a:ext uri="{FF2B5EF4-FFF2-40B4-BE49-F238E27FC236}">
              <a16:creationId xmlns:a16="http://schemas.microsoft.com/office/drawing/2014/main" id="{CAD55D98-9F76-C9D5-6274-04861C18B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90815-54EA-E39C-2E80-89BC916E1D84}"/>
              </a:ext>
            </a:extLst>
          </p:cNvPr>
          <p:cNvSpPr>
            <a:spLocks noGrp="1"/>
          </p:cNvSpPr>
          <p:nvPr>
            <p:ph type="title"/>
          </p:nvPr>
        </p:nvSpPr>
        <p:spPr>
          <a:xfrm>
            <a:off x="1014031" y="316372"/>
            <a:ext cx="7260784" cy="634700"/>
          </a:xfrm>
        </p:spPr>
        <p:txBody>
          <a:bodyPr anchor="b">
            <a:normAutofit fontScale="90000"/>
          </a:bodyPr>
          <a:lstStyle/>
          <a:p>
            <a:r>
              <a:rPr lang="en-GB" sz="3400">
                <a:solidFill>
                  <a:srgbClr val="05255C"/>
                </a:solidFill>
              </a:rPr>
              <a:t>Top 5 Slowest Selling brands </a:t>
            </a:r>
            <a:r>
              <a:rPr lang="en-GB" sz="3400">
                <a:solidFill>
                  <a:srgbClr val="05255C"/>
                </a:solidFill>
                <a:ea typeface="+mj-lt"/>
                <a:cs typeface="+mj-lt"/>
              </a:rPr>
              <a:t>(make)</a:t>
            </a:r>
            <a:r>
              <a:rPr lang="en-GB" sz="3400">
                <a:ea typeface="+mj-lt"/>
                <a:cs typeface="+mj-lt"/>
              </a:rPr>
              <a:t> </a:t>
            </a:r>
            <a:endParaRPr lang="en-GB" sz="3400"/>
          </a:p>
        </p:txBody>
      </p:sp>
      <p:sp>
        <p:nvSpPr>
          <p:cNvPr id="5" name="Date Placeholder 4">
            <a:extLst>
              <a:ext uri="{FF2B5EF4-FFF2-40B4-BE49-F238E27FC236}">
                <a16:creationId xmlns:a16="http://schemas.microsoft.com/office/drawing/2014/main" id="{6A94BDD1-FEFF-CB62-9092-CBF7DB1EF3D0}"/>
              </a:ext>
            </a:extLst>
          </p:cNvPr>
          <p:cNvSpPr>
            <a:spLocks noGrp="1"/>
          </p:cNvSpPr>
          <p:nvPr>
            <p:ph type="dt" sz="half" idx="10"/>
          </p:nvPr>
        </p:nvSpPr>
        <p:spPr>
          <a:xfrm>
            <a:off x="255103" y="47402"/>
            <a:ext cx="2057400" cy="238666"/>
          </a:xfrm>
        </p:spPr>
        <p:txBody>
          <a:bodyPr anchor="ctr">
            <a:normAutofit/>
          </a:bodyPr>
          <a:lstStyle/>
          <a:p>
            <a:pPr>
              <a:lnSpc>
                <a:spcPct val="90000"/>
              </a:lnSpc>
              <a:spcAft>
                <a:spcPts val="600"/>
              </a:spcAft>
            </a:pPr>
            <a:fld id="{1A24AA67-C4C3-41A3-95EC-C9D48F8A2EB9}" type="datetime1">
              <a:rPr lang="en-US" sz="1000"/>
              <a:pPr>
                <a:lnSpc>
                  <a:spcPct val="90000"/>
                </a:lnSpc>
                <a:spcAft>
                  <a:spcPts val="600"/>
                </a:spcAft>
              </a:pPr>
              <a:t>1/30/2026</a:t>
            </a:fld>
            <a:endParaRPr lang="en-US" sz="1000"/>
          </a:p>
        </p:txBody>
      </p:sp>
      <p:sp>
        <p:nvSpPr>
          <p:cNvPr id="6" name="Footer Placeholder 5">
            <a:extLst>
              <a:ext uri="{FF2B5EF4-FFF2-40B4-BE49-F238E27FC236}">
                <a16:creationId xmlns:a16="http://schemas.microsoft.com/office/drawing/2014/main" id="{94E4D8DF-8943-08AC-4D40-2DBD5FB65A44}"/>
              </a:ext>
            </a:extLst>
          </p:cNvPr>
          <p:cNvSpPr>
            <a:spLocks noGrp="1"/>
          </p:cNvSpPr>
          <p:nvPr>
            <p:ph type="ftr" sz="quarter" idx="11"/>
          </p:nvPr>
        </p:nvSpPr>
        <p:spPr>
          <a:xfrm>
            <a:off x="5508012" y="4818571"/>
            <a:ext cx="3044952" cy="273844"/>
          </a:xfrm>
        </p:spPr>
        <p:txBody>
          <a:bodyPr anchor="ctr">
            <a:normAutofit/>
          </a:bodyPr>
          <a:lstStyle/>
          <a:p>
            <a:pPr>
              <a:lnSpc>
                <a:spcPct val="90000"/>
              </a:lnSpc>
              <a:spcAft>
                <a:spcPts val="600"/>
              </a:spcAft>
            </a:pPr>
            <a:r>
              <a:rPr lang="en-US" sz="400"/>
              <a:t>
              </a:t>
            </a:r>
          </a:p>
        </p:txBody>
      </p:sp>
      <p:sp>
        <p:nvSpPr>
          <p:cNvPr id="7" name="Slide Number Placeholder 6">
            <a:extLst>
              <a:ext uri="{FF2B5EF4-FFF2-40B4-BE49-F238E27FC236}">
                <a16:creationId xmlns:a16="http://schemas.microsoft.com/office/drawing/2014/main" id="{2E404203-55CC-74EB-2B2A-B8139CF2462F}"/>
              </a:ext>
            </a:extLst>
          </p:cNvPr>
          <p:cNvSpPr>
            <a:spLocks noGrp="1"/>
          </p:cNvSpPr>
          <p:nvPr>
            <p:ph type="sldNum" sz="quarter" idx="12"/>
          </p:nvPr>
        </p:nvSpPr>
        <p:spPr>
          <a:xfrm>
            <a:off x="8552963" y="4819362"/>
            <a:ext cx="322326" cy="273844"/>
          </a:xfrm>
        </p:spPr>
        <p:txBody>
          <a:bodyPr anchor="ctr">
            <a:normAutofit/>
          </a:bodyPr>
          <a:lstStyle/>
          <a:p>
            <a:pPr>
              <a:lnSpc>
                <a:spcPct val="90000"/>
              </a:lnSpc>
              <a:spcAft>
                <a:spcPts val="600"/>
              </a:spcAft>
            </a:pPr>
            <a:fld id="{6E91CC32-6A6B-4E2E-BBA1-6864F305DA26}" type="slidenum">
              <a:rPr lang="en-US" sz="1300" dirty="0"/>
              <a:pPr>
                <a:lnSpc>
                  <a:spcPct val="90000"/>
                </a:lnSpc>
                <a:spcAft>
                  <a:spcPts val="600"/>
                </a:spcAft>
              </a:pPr>
              <a:t>9</a:t>
            </a:fld>
            <a:endParaRPr lang="en-US" sz="1300"/>
          </a:p>
        </p:txBody>
      </p:sp>
      <p:graphicFrame>
        <p:nvGraphicFramePr>
          <p:cNvPr id="9" name="Content Placeholder 8">
            <a:extLst>
              <a:ext uri="{FF2B5EF4-FFF2-40B4-BE49-F238E27FC236}">
                <a16:creationId xmlns:a16="http://schemas.microsoft.com/office/drawing/2014/main" id="{609C3DE5-E7AE-9D48-0D31-537994E8E8C7}"/>
              </a:ext>
            </a:extLst>
          </p:cNvPr>
          <p:cNvGraphicFramePr>
            <a:graphicFrameLocks noGrp="1"/>
          </p:cNvGraphicFramePr>
          <p:nvPr>
            <p:ph idx="1"/>
            <p:extLst>
              <p:ext uri="{D42A27DB-BD31-4B8C-83A1-F6EECF244321}">
                <p14:modId xmlns:p14="http://schemas.microsoft.com/office/powerpoint/2010/main" val="2830722447"/>
              </p:ext>
            </p:extLst>
          </p:nvPr>
        </p:nvGraphicFramePr>
        <p:xfrm>
          <a:off x="1475773" y="1287683"/>
          <a:ext cx="6202876" cy="3266675"/>
        </p:xfrm>
        <a:graphic>
          <a:graphicData uri="http://schemas.openxmlformats.org/drawingml/2006/table">
            <a:tbl>
              <a:tblPr firstRow="1" bandRow="1">
                <a:tableStyleId>{2D5ABB26-0587-4C30-8999-92F81FD0307C}</a:tableStyleId>
              </a:tblPr>
              <a:tblGrid>
                <a:gridCol w="1235198">
                  <a:extLst>
                    <a:ext uri="{9D8B030D-6E8A-4147-A177-3AD203B41FA5}">
                      <a16:colId xmlns:a16="http://schemas.microsoft.com/office/drawing/2014/main" val="3013039486"/>
                    </a:ext>
                  </a:extLst>
                </a:gridCol>
                <a:gridCol w="2887277">
                  <a:extLst>
                    <a:ext uri="{9D8B030D-6E8A-4147-A177-3AD203B41FA5}">
                      <a16:colId xmlns:a16="http://schemas.microsoft.com/office/drawing/2014/main" val="4230244270"/>
                    </a:ext>
                  </a:extLst>
                </a:gridCol>
                <a:gridCol w="2080401">
                  <a:extLst>
                    <a:ext uri="{9D8B030D-6E8A-4147-A177-3AD203B41FA5}">
                      <a16:colId xmlns:a16="http://schemas.microsoft.com/office/drawing/2014/main" val="2787489450"/>
                    </a:ext>
                  </a:extLst>
                </a:gridCol>
              </a:tblGrid>
              <a:tr h="537511">
                <a:tc>
                  <a:txBody>
                    <a:bodyPr/>
                    <a:lstStyle/>
                    <a:p>
                      <a:pPr marL="0" algn="ctr" rtl="0" eaLnBrk="1" latinLnBrk="0" hangingPunct="1">
                        <a:buNone/>
                      </a:pPr>
                      <a:r>
                        <a:rPr lang="en-GB" sz="1900" kern="1200">
                          <a:solidFill>
                            <a:srgbClr val="000000"/>
                          </a:solidFill>
                          <a:effectLst/>
                        </a:rPr>
                        <a:t>Rank</a:t>
                      </a:r>
                      <a:endParaRPr lang="en-GB" sz="1900">
                        <a:solidFill>
                          <a:srgbClr val="000000"/>
                        </a:solidFill>
                        <a:effectLst/>
                      </a:endParaRPr>
                    </a:p>
                  </a:txBody>
                  <a:tcPr marL="0" marR="0" marT="0" marB="0" anchor="ctr">
                    <a:lnL w="0">
                      <a:noFill/>
                    </a:lnL>
                    <a:lnR w="3175">
                      <a:solidFill>
                        <a:schemeClr val="bg1"/>
                      </a:solidFill>
                    </a:lnR>
                    <a:lnT w="0">
                      <a:no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Make </a:t>
                      </a:r>
                      <a:endParaRPr lang="en-GB" sz="1900">
                        <a:solidFill>
                          <a:srgbClr val="000000"/>
                        </a:solidFill>
                        <a:effectLst/>
                      </a:endParaRPr>
                    </a:p>
                  </a:txBody>
                  <a:tcPr marL="0" marR="0" marT="0" marB="0" anchor="ctr">
                    <a:lnL w="3175">
                      <a:solidFill>
                        <a:schemeClr val="bg1"/>
                      </a:solidFill>
                    </a:lnL>
                    <a:lnR w="3175">
                      <a:solidFill>
                        <a:schemeClr val="bg1"/>
                      </a:solidFill>
                    </a:lnR>
                    <a:lnT w="0">
                      <a:noFill/>
                    </a:lnT>
                    <a:lnB w="3175">
                      <a:solidFill>
                        <a:schemeClr val="bg1"/>
                      </a:solidFill>
                    </a:lnB>
                  </a:tcPr>
                </a:tc>
                <a:tc>
                  <a:txBody>
                    <a:bodyPr/>
                    <a:lstStyle/>
                    <a:p>
                      <a:pPr marL="0" algn="ctr" rtl="0" eaLnBrk="1" latinLnBrk="0" hangingPunct="1">
                        <a:buNone/>
                      </a:pPr>
                      <a:r>
                        <a:rPr lang="en-GB" sz="1900" kern="1200">
                          <a:solidFill>
                            <a:srgbClr val="000000"/>
                          </a:solidFill>
                          <a:effectLst/>
                        </a:rPr>
                        <a:t>Days to Sell</a:t>
                      </a:r>
                    </a:p>
                    <a:p>
                      <a:pPr marL="0" lvl="0" algn="ctr">
                        <a:buNone/>
                      </a:pPr>
                      <a:r>
                        <a:rPr lang="en-GB" sz="1900" kern="1200">
                          <a:solidFill>
                            <a:srgbClr val="000000"/>
                          </a:solidFill>
                          <a:effectLst/>
                        </a:rPr>
                        <a:t>(Mean)</a:t>
                      </a:r>
                    </a:p>
                  </a:txBody>
                  <a:tcPr marL="0" marR="0" marT="0" marB="0" anchor="ctr">
                    <a:lnL w="3175">
                      <a:solidFill>
                        <a:schemeClr val="bg1"/>
                      </a:solidFill>
                    </a:lnL>
                    <a:lnR w="3175">
                      <a:solidFill>
                        <a:schemeClr val="bg1"/>
                      </a:solidFill>
                    </a:lnR>
                    <a:lnT w="0">
                      <a:noFill/>
                    </a:lnT>
                    <a:lnB w="3175">
                      <a:solidFill>
                        <a:schemeClr val="bg1"/>
                      </a:solidFill>
                    </a:lnB>
                  </a:tcPr>
                </a:tc>
                <a:extLst>
                  <a:ext uri="{0D108BD9-81ED-4DB2-BD59-A6C34878D82A}">
                    <a16:rowId xmlns:a16="http://schemas.microsoft.com/office/drawing/2014/main" val="3065138574"/>
                  </a:ext>
                </a:extLst>
              </a:tr>
              <a:tr h="537511">
                <a:tc>
                  <a:txBody>
                    <a:bodyPr/>
                    <a:lstStyle/>
                    <a:p>
                      <a:pPr marL="0" algn="ctr" rtl="0" eaLnBrk="1" latinLnBrk="0" hangingPunct="1">
                        <a:buNone/>
                      </a:pPr>
                      <a:r>
                        <a:rPr lang="en-GB" sz="1900" kern="1200">
                          <a:solidFill>
                            <a:srgbClr val="000000"/>
                          </a:solidFill>
                          <a:effectLst/>
                        </a:rPr>
                        <a:t>1</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Porsche</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kern="1200">
                          <a:solidFill>
                            <a:srgbClr val="000000"/>
                          </a:solidFill>
                          <a:effectLst/>
                        </a:rPr>
                        <a:t>58</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extLst>
                  <a:ext uri="{0D108BD9-81ED-4DB2-BD59-A6C34878D82A}">
                    <a16:rowId xmlns:a16="http://schemas.microsoft.com/office/drawing/2014/main" val="1124746885"/>
                  </a:ext>
                </a:extLst>
              </a:tr>
              <a:tr h="537511">
                <a:tc>
                  <a:txBody>
                    <a:bodyPr/>
                    <a:lstStyle/>
                    <a:p>
                      <a:pPr marL="0" algn="ctr" rtl="0" eaLnBrk="1" latinLnBrk="0" hangingPunct="1">
                        <a:buNone/>
                      </a:pPr>
                      <a:r>
                        <a:rPr lang="en-GB" sz="1900" kern="1200">
                          <a:solidFill>
                            <a:srgbClr val="000000"/>
                          </a:solidFill>
                          <a:effectLst/>
                        </a:rPr>
                        <a:t>2</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Lexus</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u="none" strike="noStrike" kern="1200" noProof="0">
                          <a:solidFill>
                            <a:srgbClr val="000000"/>
                          </a:solidFill>
                          <a:effectLst/>
                        </a:rPr>
                        <a:t>50</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extLst>
                  <a:ext uri="{0D108BD9-81ED-4DB2-BD59-A6C34878D82A}">
                    <a16:rowId xmlns:a16="http://schemas.microsoft.com/office/drawing/2014/main" val="3753142604"/>
                  </a:ext>
                </a:extLst>
              </a:tr>
              <a:tr h="537511">
                <a:tc>
                  <a:txBody>
                    <a:bodyPr/>
                    <a:lstStyle/>
                    <a:p>
                      <a:pPr marL="0" algn="ctr" rtl="0" eaLnBrk="1" latinLnBrk="0" hangingPunct="1">
                        <a:buNone/>
                      </a:pPr>
                      <a:r>
                        <a:rPr lang="en-GB" sz="1900" kern="1200">
                          <a:solidFill>
                            <a:srgbClr val="000000"/>
                          </a:solidFill>
                          <a:effectLst/>
                        </a:rPr>
                        <a:t>3</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Jeep</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u="none" strike="noStrike" kern="1200" noProof="0">
                          <a:solidFill>
                            <a:srgbClr val="000000"/>
                          </a:solidFill>
                          <a:effectLst/>
                        </a:rPr>
                        <a:t>45</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extLst>
                  <a:ext uri="{0D108BD9-81ED-4DB2-BD59-A6C34878D82A}">
                    <a16:rowId xmlns:a16="http://schemas.microsoft.com/office/drawing/2014/main" val="19629101"/>
                  </a:ext>
                </a:extLst>
              </a:tr>
              <a:tr h="537511">
                <a:tc>
                  <a:txBody>
                    <a:bodyPr/>
                    <a:lstStyle/>
                    <a:p>
                      <a:pPr marL="0" algn="ctr" rtl="0" eaLnBrk="1" latinLnBrk="0" hangingPunct="1">
                        <a:buNone/>
                      </a:pPr>
                      <a:r>
                        <a:rPr lang="en-GB" sz="1900" kern="1200">
                          <a:solidFill>
                            <a:srgbClr val="000000"/>
                          </a:solidFill>
                          <a:effectLst/>
                        </a:rPr>
                        <a:t>4</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3175">
                      <a:solidFill>
                        <a:schemeClr val="bg1"/>
                      </a:solidFill>
                    </a:lnB>
                  </a:tcPr>
                </a:tc>
                <a:tc>
                  <a:txBody>
                    <a:bodyPr/>
                    <a:lstStyle/>
                    <a:p>
                      <a:pPr marL="0" marR="0" indent="0" algn="ctr" rtl="0" eaLnBrk="1" fontAlgn="auto" latinLnBrk="0" hangingPunct="1">
                        <a:buNone/>
                      </a:pPr>
                      <a:r>
                        <a:rPr lang="en-GB" sz="1900" kern="1200">
                          <a:solidFill>
                            <a:srgbClr val="000000"/>
                          </a:solidFill>
                          <a:effectLst/>
                        </a:rPr>
                        <a:t>Suzuki</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tc>
                  <a:txBody>
                    <a:bodyPr/>
                    <a:lstStyle/>
                    <a:p>
                      <a:pPr marL="0" algn="ctr" rtl="0" eaLnBrk="1" latinLnBrk="0" hangingPunct="1">
                        <a:buNone/>
                      </a:pPr>
                      <a:r>
                        <a:rPr lang="en-GB" sz="1900" u="none" strike="noStrike" kern="1200" noProof="0">
                          <a:solidFill>
                            <a:srgbClr val="000000"/>
                          </a:solidFill>
                          <a:effectLst/>
                        </a:rPr>
                        <a:t>45</a:t>
                      </a:r>
                    </a:p>
                  </a:txBody>
                  <a:tcPr marL="0" marR="0" marT="0" marB="0" anchor="ctr">
                    <a:lnL w="3175">
                      <a:solidFill>
                        <a:schemeClr val="bg1"/>
                      </a:solidFill>
                    </a:lnL>
                    <a:lnR w="3175">
                      <a:solidFill>
                        <a:schemeClr val="bg1"/>
                      </a:solidFill>
                    </a:lnR>
                    <a:lnT w="3175">
                      <a:solidFill>
                        <a:schemeClr val="bg1"/>
                      </a:solidFill>
                    </a:lnT>
                    <a:lnB w="3175">
                      <a:solidFill>
                        <a:schemeClr val="bg1"/>
                      </a:solidFill>
                    </a:lnB>
                  </a:tcPr>
                </a:tc>
                <a:extLst>
                  <a:ext uri="{0D108BD9-81ED-4DB2-BD59-A6C34878D82A}">
                    <a16:rowId xmlns:a16="http://schemas.microsoft.com/office/drawing/2014/main" val="804722703"/>
                  </a:ext>
                </a:extLst>
              </a:tr>
              <a:tr h="537511">
                <a:tc>
                  <a:txBody>
                    <a:bodyPr/>
                    <a:lstStyle/>
                    <a:p>
                      <a:pPr marL="0" algn="ctr" rtl="0" eaLnBrk="1" latinLnBrk="0" hangingPunct="1">
                        <a:buNone/>
                      </a:pPr>
                      <a:r>
                        <a:rPr lang="en-GB" sz="1900" kern="1200">
                          <a:solidFill>
                            <a:srgbClr val="000000"/>
                          </a:solidFill>
                          <a:effectLst/>
                        </a:rPr>
                        <a:t>5</a:t>
                      </a:r>
                      <a:endParaRPr lang="en-GB" sz="1900">
                        <a:solidFill>
                          <a:srgbClr val="000000"/>
                        </a:solidFill>
                        <a:effectLst/>
                      </a:endParaRPr>
                    </a:p>
                  </a:txBody>
                  <a:tcPr marL="0" marR="0" marT="0" marB="0" anchor="ctr">
                    <a:lnL w="0">
                      <a:noFill/>
                    </a:lnL>
                    <a:lnR w="3175">
                      <a:solidFill>
                        <a:schemeClr val="bg1"/>
                      </a:solidFill>
                    </a:lnR>
                    <a:lnT w="3175">
                      <a:solidFill>
                        <a:schemeClr val="bg1"/>
                      </a:solidFill>
                    </a:lnT>
                    <a:lnB w="0">
                      <a:noFill/>
                    </a:lnB>
                  </a:tcPr>
                </a:tc>
                <a:tc>
                  <a:txBody>
                    <a:bodyPr/>
                    <a:lstStyle/>
                    <a:p>
                      <a:pPr marL="0" marR="0" indent="0" algn="ctr" rtl="0" eaLnBrk="1" fontAlgn="auto" latinLnBrk="0" hangingPunct="1">
                        <a:buNone/>
                      </a:pPr>
                      <a:r>
                        <a:rPr lang="en-GB" sz="1900" kern="1200">
                          <a:solidFill>
                            <a:srgbClr val="000000"/>
                          </a:solidFill>
                          <a:effectLst/>
                        </a:rPr>
                        <a:t>BMW</a:t>
                      </a:r>
                    </a:p>
                  </a:txBody>
                  <a:tcPr marL="0" marR="0" marT="0" marB="0" anchor="ctr">
                    <a:lnL w="3175">
                      <a:solidFill>
                        <a:schemeClr val="bg1"/>
                      </a:solidFill>
                    </a:lnL>
                    <a:lnR w="3175">
                      <a:solidFill>
                        <a:schemeClr val="bg1"/>
                      </a:solidFill>
                    </a:lnR>
                    <a:lnT w="3175">
                      <a:solidFill>
                        <a:schemeClr val="bg1"/>
                      </a:solidFill>
                    </a:lnT>
                    <a:lnB w="0">
                      <a:noFill/>
                    </a:lnB>
                  </a:tcPr>
                </a:tc>
                <a:tc>
                  <a:txBody>
                    <a:bodyPr/>
                    <a:lstStyle/>
                    <a:p>
                      <a:pPr marL="0" algn="ctr" rtl="0" eaLnBrk="1" latinLnBrk="0" hangingPunct="1">
                        <a:buNone/>
                      </a:pPr>
                      <a:r>
                        <a:rPr lang="en-GB" sz="1900" u="none" strike="noStrike" kern="1200" noProof="0">
                          <a:solidFill>
                            <a:srgbClr val="000000"/>
                          </a:solidFill>
                          <a:effectLst/>
                        </a:rPr>
                        <a:t>44</a:t>
                      </a:r>
                    </a:p>
                  </a:txBody>
                  <a:tcPr marL="0" marR="0" marT="0" marB="0" anchor="ctr">
                    <a:lnL w="3175">
                      <a:solidFill>
                        <a:schemeClr val="bg1"/>
                      </a:solidFill>
                    </a:lnL>
                    <a:lnR w="3175">
                      <a:solidFill>
                        <a:schemeClr val="bg1"/>
                      </a:solidFill>
                    </a:lnR>
                    <a:lnT w="3175">
                      <a:solidFill>
                        <a:schemeClr val="bg1"/>
                      </a:solidFill>
                    </a:lnT>
                    <a:lnB w="0">
                      <a:noFill/>
                    </a:lnB>
                  </a:tcPr>
                </a:tc>
                <a:extLst>
                  <a:ext uri="{0D108BD9-81ED-4DB2-BD59-A6C34878D82A}">
                    <a16:rowId xmlns:a16="http://schemas.microsoft.com/office/drawing/2014/main" val="1260365945"/>
                  </a:ext>
                </a:extLst>
              </a:tr>
            </a:tbl>
          </a:graphicData>
        </a:graphic>
      </p:graphicFrame>
      <p:sp>
        <p:nvSpPr>
          <p:cNvPr id="3" name="TextBox 2">
            <a:extLst>
              <a:ext uri="{FF2B5EF4-FFF2-40B4-BE49-F238E27FC236}">
                <a16:creationId xmlns:a16="http://schemas.microsoft.com/office/drawing/2014/main" id="{42384F0F-DFD4-18B9-BC93-A80038960D41}"/>
              </a:ext>
            </a:extLst>
          </p:cNvPr>
          <p:cNvSpPr txBox="1"/>
          <p:nvPr/>
        </p:nvSpPr>
        <p:spPr>
          <a:xfrm>
            <a:off x="96069" y="4830982"/>
            <a:ext cx="182542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100" i="1" err="1"/>
              <a:t>Value_count</a:t>
            </a:r>
            <a:r>
              <a:rPr lang="en-GB" sz="1100" i="1"/>
              <a:t>&gt;500</a:t>
            </a:r>
          </a:p>
        </p:txBody>
      </p:sp>
    </p:spTree>
    <p:extLst>
      <p:ext uri="{BB962C8B-B14F-4D97-AF65-F5344CB8AC3E}">
        <p14:creationId xmlns:p14="http://schemas.microsoft.com/office/powerpoint/2010/main" val="144029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10000"/>
            <a:lumOff val="90000"/>
          </a:schemeClr>
        </a:solidFill>
        <a:effectLst/>
      </p:bgPr>
    </p:bg>
    <p:spTree>
      <p:nvGrpSpPr>
        <p:cNvPr id="1" name="Shape 146">
          <a:extLst>
            <a:ext uri="{FF2B5EF4-FFF2-40B4-BE49-F238E27FC236}">
              <a16:creationId xmlns:a16="http://schemas.microsoft.com/office/drawing/2014/main" id="{3BA6DA1B-79DF-BB81-3B0C-E39EF210A561}"/>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7144BBA9-92A4-3EA2-04BB-38C6F1826D0C}"/>
              </a:ext>
            </a:extLst>
          </p:cNvPr>
          <p:cNvGraphicFramePr>
            <a:graphicFrameLocks noGrp="1"/>
          </p:cNvGraphicFramePr>
          <p:nvPr>
            <p:extLst>
              <p:ext uri="{D42A27DB-BD31-4B8C-83A1-F6EECF244321}">
                <p14:modId xmlns:p14="http://schemas.microsoft.com/office/powerpoint/2010/main" val="2982768263"/>
              </p:ext>
            </p:extLst>
          </p:nvPr>
        </p:nvGraphicFramePr>
        <p:xfrm>
          <a:off x="1100552" y="832037"/>
          <a:ext cx="6737890" cy="2423160"/>
        </p:xfrm>
        <a:graphic>
          <a:graphicData uri="http://schemas.openxmlformats.org/drawingml/2006/table">
            <a:tbl>
              <a:tblPr firstRow="1" bandRow="1">
                <a:tableStyleId>{5C22544A-7EE6-4342-B048-85BDC9FD1C3A}</a:tableStyleId>
              </a:tblPr>
              <a:tblGrid>
                <a:gridCol w="3368945">
                  <a:extLst>
                    <a:ext uri="{9D8B030D-6E8A-4147-A177-3AD203B41FA5}">
                      <a16:colId xmlns:a16="http://schemas.microsoft.com/office/drawing/2014/main" val="3962582777"/>
                    </a:ext>
                  </a:extLst>
                </a:gridCol>
                <a:gridCol w="3368945">
                  <a:extLst>
                    <a:ext uri="{9D8B030D-6E8A-4147-A177-3AD203B41FA5}">
                      <a16:colId xmlns:a16="http://schemas.microsoft.com/office/drawing/2014/main" val="1197269731"/>
                    </a:ext>
                  </a:extLst>
                </a:gridCol>
              </a:tblGrid>
              <a:tr h="304800">
                <a:tc>
                  <a:txBody>
                    <a:bodyPr/>
                    <a:lstStyle/>
                    <a:p>
                      <a:pPr marL="0" algn="ctr" rtl="0" eaLnBrk="1" latinLnBrk="0" hangingPunct="1">
                        <a:buNone/>
                      </a:pPr>
                      <a:r>
                        <a:rPr lang="en-GB" sz="2800" b="1" kern="1200">
                          <a:solidFill>
                            <a:srgbClr val="A81111"/>
                          </a:solidFill>
                          <a:effectLst/>
                          <a:latin typeface="Calibri"/>
                        </a:rPr>
                        <a:t>Statistic</a:t>
                      </a:r>
                      <a:endParaRPr lang="en-GB" sz="2800">
                        <a:solidFill>
                          <a:srgbClr val="A81111"/>
                        </a:solidFill>
                        <a:effectLst/>
                        <a:latin typeface="Calibri"/>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marL="0" algn="ctr" rtl="0" eaLnBrk="1" latinLnBrk="0" hangingPunct="1">
                        <a:buNone/>
                      </a:pPr>
                      <a:r>
                        <a:rPr lang="en-GB" sz="2800" b="1" kern="1200">
                          <a:solidFill>
                            <a:srgbClr val="A81111"/>
                          </a:solidFill>
                          <a:effectLst/>
                          <a:latin typeface="Calibri"/>
                        </a:rPr>
                        <a:t>Values</a:t>
                      </a:r>
                      <a:endParaRPr lang="en-GB" sz="2800">
                        <a:solidFill>
                          <a:srgbClr val="A81111"/>
                        </a:solidFill>
                        <a:effectLst/>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3999678064"/>
                  </a:ext>
                </a:extLst>
              </a:tr>
              <a:tr h="304800">
                <a:tc>
                  <a:txBody>
                    <a:bodyPr/>
                    <a:lstStyle/>
                    <a:p>
                      <a:pPr lvl="0" algn="ctr">
                        <a:lnSpc>
                          <a:spcPct val="100000"/>
                        </a:lnSpc>
                        <a:spcBef>
                          <a:spcPts val="0"/>
                        </a:spcBef>
                        <a:spcAft>
                          <a:spcPts val="0"/>
                        </a:spcAft>
                        <a:buNone/>
                      </a:pPr>
                      <a:r>
                        <a:rPr lang="en-GB" sz="2200" b="1" i="0" u="none" strike="noStrike" kern="1200" noProof="0">
                          <a:solidFill>
                            <a:srgbClr val="05255C"/>
                          </a:solidFill>
                          <a:effectLst/>
                          <a:latin typeface="Calibri"/>
                        </a:rPr>
                        <a:t>Fastest Sale</a:t>
                      </a:r>
                      <a:endParaRPr lang="en-GB" sz="2200" b="0" i="0" u="none" strike="noStrike" kern="1200" noProof="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buNone/>
                      </a:pPr>
                      <a:r>
                        <a:rPr lang="en-GB" sz="2150" b="1" kern="1200">
                          <a:solidFill>
                            <a:srgbClr val="05255C"/>
                          </a:solidFill>
                          <a:effectLst/>
                          <a:latin typeface="Calibri"/>
                        </a:rPr>
                        <a:t>1 day</a:t>
                      </a:r>
                      <a:endParaRPr lang="en-GB" sz="215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396903621"/>
                  </a:ext>
                </a:extLst>
              </a:tr>
              <a:tr h="304800">
                <a:tc>
                  <a:txBody>
                    <a:bodyPr/>
                    <a:lstStyle/>
                    <a:p>
                      <a:pPr marL="0" lvl="0" algn="ctr" rtl="0">
                        <a:buNone/>
                      </a:pPr>
                      <a:r>
                        <a:rPr lang="en-GB" sz="2200" b="1" i="0" u="none" strike="noStrike" kern="1200" noProof="0">
                          <a:solidFill>
                            <a:srgbClr val="05255C"/>
                          </a:solidFill>
                          <a:effectLst/>
                          <a:latin typeface="Calibri"/>
                        </a:rPr>
                        <a:t>Longest Sale </a:t>
                      </a:r>
                      <a:endParaRPr lang="en-GB">
                        <a:solidFill>
                          <a:srgbClr val="05255C"/>
                        </a:solidFil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buNone/>
                      </a:pPr>
                      <a:r>
                        <a:rPr lang="en-GB" sz="2150" b="1" kern="1200">
                          <a:solidFill>
                            <a:srgbClr val="05255C"/>
                          </a:solidFill>
                          <a:effectLst/>
                          <a:latin typeface="Calibri"/>
                        </a:rPr>
                        <a:t>1528  days (over 4 years)</a:t>
                      </a:r>
                      <a:endParaRPr lang="en-GB" sz="215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833218079"/>
                  </a:ext>
                </a:extLst>
              </a:tr>
              <a:tr h="304800">
                <a:tc>
                  <a:txBody>
                    <a:bodyPr/>
                    <a:lstStyle/>
                    <a:p>
                      <a:pPr lvl="0" algn="ctr">
                        <a:lnSpc>
                          <a:spcPct val="100000"/>
                        </a:lnSpc>
                        <a:spcBef>
                          <a:spcPts val="0"/>
                        </a:spcBef>
                        <a:spcAft>
                          <a:spcPts val="0"/>
                        </a:spcAft>
                        <a:buNone/>
                      </a:pPr>
                      <a:r>
                        <a:rPr lang="en-GB" sz="2200" b="1" i="0" u="none" strike="noStrike" kern="1200" noProof="0">
                          <a:solidFill>
                            <a:srgbClr val="05255C"/>
                          </a:solidFill>
                          <a:effectLst/>
                          <a:latin typeface="Calibri"/>
                        </a:rPr>
                        <a:t>Mean Days to Sell</a:t>
                      </a:r>
                      <a:endParaRPr lang="en-GB" sz="2200" b="0" i="0" u="none" strike="noStrike" kern="1200" noProof="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buNone/>
                      </a:pPr>
                      <a:r>
                        <a:rPr lang="en-GB" sz="2150" b="1" kern="1200">
                          <a:solidFill>
                            <a:srgbClr val="05255C"/>
                          </a:solidFill>
                          <a:effectLst/>
                          <a:latin typeface="Calibri"/>
                        </a:rPr>
                        <a:t>40 days</a:t>
                      </a:r>
                      <a:endParaRPr lang="en-GB" sz="215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619206702"/>
                  </a:ext>
                </a:extLst>
              </a:tr>
              <a:tr h="304800">
                <a:tc>
                  <a:txBody>
                    <a:bodyPr/>
                    <a:lstStyle/>
                    <a:p>
                      <a:pPr marL="0" algn="ctr" rtl="0" eaLnBrk="1" latinLnBrk="0" hangingPunct="1">
                        <a:buNone/>
                      </a:pPr>
                      <a:r>
                        <a:rPr lang="en-GB" sz="2200" b="1" i="0" u="none" strike="noStrike" kern="1200" noProof="0">
                          <a:solidFill>
                            <a:srgbClr val="05255C"/>
                          </a:solidFill>
                          <a:effectLst/>
                          <a:latin typeface="Calibri"/>
                        </a:rPr>
                        <a:t>Median (50% of sales)</a:t>
                      </a:r>
                      <a:endParaRPr lang="en-GB">
                        <a:solidFill>
                          <a:srgbClr val="05255C"/>
                        </a:solidFil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buNone/>
                      </a:pPr>
                      <a:r>
                        <a:rPr lang="en-GB" sz="2150" b="1" kern="1200">
                          <a:solidFill>
                            <a:srgbClr val="05255C"/>
                          </a:solidFill>
                          <a:effectLst/>
                          <a:latin typeface="Calibri"/>
                        </a:rPr>
                        <a:t>25 days</a:t>
                      </a:r>
                      <a:endParaRPr lang="en-GB" sz="215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79888223"/>
                  </a:ext>
                </a:extLst>
              </a:tr>
              <a:tr h="304800">
                <a:tc>
                  <a:txBody>
                    <a:bodyPr/>
                    <a:lstStyle/>
                    <a:p>
                      <a:pPr marL="0" lvl="0" algn="ctr">
                        <a:buNone/>
                      </a:pPr>
                      <a:r>
                        <a:rPr lang="en-GB" sz="2150" b="1" kern="1200">
                          <a:solidFill>
                            <a:srgbClr val="05255C"/>
                          </a:solidFill>
                          <a:effectLst/>
                          <a:latin typeface="Calibri"/>
                        </a:rPr>
                        <a:t>Standard Deviation (STD)</a:t>
                      </a:r>
                      <a:endParaRPr lang="en-GB" sz="2150" b="0" i="0" u="none" strike="noStrike" kern="1200" noProof="0">
                        <a:solidFill>
                          <a:srgbClr val="05255C"/>
                        </a:solidFill>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lvl="0" algn="ctr">
                        <a:buNone/>
                      </a:pPr>
                      <a:r>
                        <a:rPr lang="en-GB" sz="2150" b="1" kern="1200">
                          <a:solidFill>
                            <a:srgbClr val="05255C"/>
                          </a:solidFill>
                          <a:effectLst/>
                          <a:latin typeface="Calibri"/>
                        </a:rPr>
                        <a:t>53 DAYS</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00135741"/>
                  </a:ext>
                </a:extLst>
              </a:tr>
              <a:tr h="304800">
                <a:tc>
                  <a:txBody>
                    <a:bodyPr/>
                    <a:lstStyle/>
                    <a:p>
                      <a:pPr marL="0" algn="ctr" rtl="0" eaLnBrk="1" latinLnBrk="0" hangingPunct="1">
                        <a:buNone/>
                      </a:pPr>
                      <a:r>
                        <a:rPr lang="en-GB" sz="2150" b="1" kern="1200">
                          <a:solidFill>
                            <a:srgbClr val="05255C"/>
                          </a:solidFill>
                          <a:effectLst/>
                          <a:latin typeface="Calibri"/>
                        </a:rPr>
                        <a:t>Total Car Listings</a:t>
                      </a:r>
                      <a:endParaRPr lang="en-GB" sz="215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algn="ctr" rtl="0" eaLnBrk="1" latinLnBrk="0" hangingPunct="1">
                        <a:buNone/>
                      </a:pPr>
                      <a:r>
                        <a:rPr lang="en-GB" sz="2150" b="1" kern="1200">
                          <a:solidFill>
                            <a:srgbClr val="05255C"/>
                          </a:solidFill>
                          <a:effectLst/>
                          <a:latin typeface="Calibri"/>
                        </a:rPr>
                        <a:t>155,676 Cars</a:t>
                      </a:r>
                      <a:endParaRPr lang="en-GB" sz="2150">
                        <a:solidFill>
                          <a:srgbClr val="05255C"/>
                        </a:solidFill>
                        <a:effectLst/>
                        <a:latin typeface="Calibri"/>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616655583"/>
                  </a:ext>
                </a:extLst>
              </a:tr>
            </a:tbl>
          </a:graphicData>
        </a:graphic>
      </p:graphicFrame>
      <p:sp>
        <p:nvSpPr>
          <p:cNvPr id="4" name="TextBox 3">
            <a:extLst>
              <a:ext uri="{FF2B5EF4-FFF2-40B4-BE49-F238E27FC236}">
                <a16:creationId xmlns:a16="http://schemas.microsoft.com/office/drawing/2014/main" id="{CB8D6488-20FB-D913-5791-DC4F3513D879}"/>
              </a:ext>
            </a:extLst>
          </p:cNvPr>
          <p:cNvSpPr txBox="1"/>
          <p:nvPr/>
        </p:nvSpPr>
        <p:spPr>
          <a:xfrm>
            <a:off x="888348" y="3446511"/>
            <a:ext cx="7153008"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solidFill>
                  <a:srgbClr val="05255C"/>
                </a:solidFill>
              </a:rPr>
              <a:t>   Why did some cars take years to sell—was it overpriced, overlooked, or just unwanted? ️ </a:t>
            </a:r>
            <a:endParaRPr lang="en-US">
              <a:solidFill>
                <a:srgbClr val="05255C"/>
              </a:solidFill>
            </a:endParaRPr>
          </a:p>
          <a:p>
            <a:pPr algn="ctr"/>
            <a:endParaRPr lang="en-GB">
              <a:solidFill>
                <a:srgbClr val="05255C"/>
              </a:solidFill>
            </a:endParaRPr>
          </a:p>
          <a:p>
            <a:pPr algn="ctr"/>
            <a:r>
              <a:rPr lang="en-GB">
                <a:solidFill>
                  <a:srgbClr val="05255C"/>
                </a:solidFill>
              </a:rPr>
              <a:t>And what made some car sell in just 1 day—was it an irresistible deal or the perfect ride? ⚡🚗</a:t>
            </a:r>
          </a:p>
        </p:txBody>
      </p:sp>
      <p:sp>
        <p:nvSpPr>
          <p:cNvPr id="7" name="TextBox 6">
            <a:extLst>
              <a:ext uri="{FF2B5EF4-FFF2-40B4-BE49-F238E27FC236}">
                <a16:creationId xmlns:a16="http://schemas.microsoft.com/office/drawing/2014/main" id="{550A9DDE-54FC-F805-9074-EEE0B236E9B1}"/>
              </a:ext>
            </a:extLst>
          </p:cNvPr>
          <p:cNvSpPr txBox="1"/>
          <p:nvPr/>
        </p:nvSpPr>
        <p:spPr>
          <a:xfrm>
            <a:off x="3013276" y="-291"/>
            <a:ext cx="291344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sz="1800">
              <a:solidFill>
                <a:srgbClr val="05255C"/>
              </a:solidFill>
            </a:endParaRPr>
          </a:p>
          <a:p>
            <a:r>
              <a:rPr lang="en-GB" sz="2400" b="1" err="1">
                <a:solidFill>
                  <a:srgbClr val="05255C"/>
                </a:solidFill>
                <a:latin typeface="Neue Haas Grotesk Text Pro"/>
              </a:rPr>
              <a:t>Days_to_sell</a:t>
            </a:r>
            <a:r>
              <a:rPr lang="en-GB" sz="2400" b="1">
                <a:solidFill>
                  <a:srgbClr val="05255C"/>
                </a:solidFill>
                <a:latin typeface="Neue Haas Grotesk Text Pro"/>
              </a:rPr>
              <a:t> EDA</a:t>
            </a:r>
          </a:p>
        </p:txBody>
      </p:sp>
    </p:spTree>
    <p:extLst>
      <p:ext uri="{BB962C8B-B14F-4D97-AF65-F5344CB8AC3E}">
        <p14:creationId xmlns:p14="http://schemas.microsoft.com/office/powerpoint/2010/main" val="957137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22B5E"/>
        </a:solidFill>
        <a:effectLst/>
      </p:bgPr>
    </p:bg>
    <p:spTree>
      <p:nvGrpSpPr>
        <p:cNvPr id="1" name="Shape 172">
          <a:extLst>
            <a:ext uri="{FF2B5EF4-FFF2-40B4-BE49-F238E27FC236}">
              <a16:creationId xmlns:a16="http://schemas.microsoft.com/office/drawing/2014/main" id="{ABE78BB0-76C2-0F35-3954-3C66A9F86E93}"/>
            </a:ext>
          </a:extLst>
        </p:cNvPr>
        <p:cNvGrpSpPr/>
        <p:nvPr/>
      </p:nvGrpSpPr>
      <p:grpSpPr>
        <a:xfrm>
          <a:off x="0" y="0"/>
          <a:ext cx="0" cy="0"/>
          <a:chOff x="0" y="0"/>
          <a:chExt cx="0" cy="0"/>
        </a:xfrm>
      </p:grpSpPr>
      <p:cxnSp>
        <p:nvCxnSpPr>
          <p:cNvPr id="176" name="Google Shape;176;p21">
            <a:extLst>
              <a:ext uri="{FF2B5EF4-FFF2-40B4-BE49-F238E27FC236}">
                <a16:creationId xmlns:a16="http://schemas.microsoft.com/office/drawing/2014/main" id="{0DEDDCDE-7C30-8EFF-115D-D3AB2132A883}"/>
              </a:ext>
            </a:extLst>
          </p:cNvPr>
          <p:cNvCxnSpPr/>
          <p:nvPr/>
        </p:nvCxnSpPr>
        <p:spPr>
          <a:xfrm flipH="1">
            <a:off x="4567200" y="531600"/>
            <a:ext cx="9600" cy="4080300"/>
          </a:xfrm>
          <a:prstGeom prst="straightConnector1">
            <a:avLst/>
          </a:prstGeom>
          <a:noFill/>
          <a:ln w="19050" cap="flat" cmpd="sng">
            <a:solidFill>
              <a:srgbClr val="F3F5FF"/>
            </a:solidFill>
            <a:prstDash val="solid"/>
            <a:round/>
            <a:headEnd type="none" w="med" len="med"/>
            <a:tailEnd type="none" w="med" len="med"/>
          </a:ln>
        </p:spPr>
      </p:cxnSp>
      <p:sp>
        <p:nvSpPr>
          <p:cNvPr id="2" name="TextBox 1">
            <a:extLst>
              <a:ext uri="{FF2B5EF4-FFF2-40B4-BE49-F238E27FC236}">
                <a16:creationId xmlns:a16="http://schemas.microsoft.com/office/drawing/2014/main" id="{584A6DDD-1595-4A92-4197-C1A33C378EF6}"/>
              </a:ext>
            </a:extLst>
          </p:cNvPr>
          <p:cNvSpPr txBox="1"/>
          <p:nvPr/>
        </p:nvSpPr>
        <p:spPr>
          <a:xfrm>
            <a:off x="302454" y="2877207"/>
            <a:ext cx="3757831"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tx1"/>
                </a:solidFill>
              </a:rPr>
              <a:t>Interactive Map Links! (CLICK): </a:t>
            </a:r>
          </a:p>
          <a:p>
            <a:endParaRPr lang="en-GB" b="1">
              <a:solidFill>
                <a:schemeClr val="tx1"/>
              </a:solidFill>
            </a:endParaRPr>
          </a:p>
          <a:p>
            <a:r>
              <a:rPr lang="en-GB" sz="1200" i="1">
                <a:solidFill>
                  <a:schemeClr val="tx1"/>
                </a:solidFill>
              </a:rPr>
              <a:t>Mean Days To Sell for each UK Postcode:</a:t>
            </a:r>
          </a:p>
          <a:p>
            <a:r>
              <a:rPr lang="en-GB" sz="1200">
                <a:solidFill>
                  <a:schemeClr val="tx1"/>
                </a:solidFill>
                <a:hlinkClick r:id="rId3">
                  <a:extLst>
                    <a:ext uri="{A12FA001-AC4F-418D-AE19-62706E023703}">
                      <ahyp:hlinkClr xmlns:ahyp="http://schemas.microsoft.com/office/drawing/2018/hyperlinkcolor" val="tx"/>
                    </a:ext>
                  </a:extLst>
                </a:hlinkClick>
              </a:rPr>
              <a:t>https://sites.google.com/view/daystosellperpostcode/home</a:t>
            </a:r>
            <a:endParaRPr lang="en-GB" sz="1200">
              <a:solidFill>
                <a:schemeClr val="tx1"/>
              </a:solidFill>
            </a:endParaRPr>
          </a:p>
          <a:p>
            <a:endParaRPr lang="en-GB" sz="1200">
              <a:solidFill>
                <a:schemeClr val="tx1"/>
              </a:solidFill>
            </a:endParaRPr>
          </a:p>
          <a:p>
            <a:r>
              <a:rPr lang="en-GB" sz="1200" i="1">
                <a:solidFill>
                  <a:schemeClr val="tx1"/>
                </a:solidFill>
              </a:rPr>
              <a:t>Mean Days To Sell for Different UK Regions</a:t>
            </a:r>
          </a:p>
          <a:p>
            <a:r>
              <a:rPr lang="en-GB" sz="1200">
                <a:solidFill>
                  <a:schemeClr val="tx1"/>
                </a:solidFill>
                <a:hlinkClick r:id="rId4">
                  <a:extLst>
                    <a:ext uri="{A12FA001-AC4F-418D-AE19-62706E023703}">
                      <ahyp:hlinkClr xmlns:ahyp="http://schemas.microsoft.com/office/drawing/2018/hyperlinkcolor" val="tx"/>
                    </a:ext>
                  </a:extLst>
                </a:hlinkClick>
              </a:rPr>
              <a:t>https://sites.google.com/view/ukregionmeandts/home</a:t>
            </a:r>
          </a:p>
          <a:p>
            <a:endParaRPr lang="en-GB">
              <a:solidFill>
                <a:srgbClr val="FFFFFF"/>
              </a:solidFill>
            </a:endParaRPr>
          </a:p>
          <a:p>
            <a:endParaRPr lang="en-GB"/>
          </a:p>
          <a:p>
            <a:endParaRPr lang="en-GB">
              <a:solidFill>
                <a:schemeClr val="tx1"/>
              </a:solidFill>
            </a:endParaRPr>
          </a:p>
          <a:p>
            <a:endParaRPr lang="en-GB">
              <a:solidFill>
                <a:schemeClr val="tx1"/>
              </a:solidFill>
            </a:endParaRPr>
          </a:p>
          <a:p>
            <a:endParaRPr lang="en-GB">
              <a:solidFill>
                <a:schemeClr val="tx1"/>
              </a:solidFill>
            </a:endParaRPr>
          </a:p>
        </p:txBody>
      </p:sp>
      <p:pic>
        <p:nvPicPr>
          <p:cNvPr id="3" name="Picture 2" descr="A graph of different colored bars&#10;&#10;AI-generated content may be incorrect.">
            <a:extLst>
              <a:ext uri="{FF2B5EF4-FFF2-40B4-BE49-F238E27FC236}">
                <a16:creationId xmlns:a16="http://schemas.microsoft.com/office/drawing/2014/main" id="{9DD44F4E-F3AF-4D26-B90D-3C888830E014}"/>
              </a:ext>
            </a:extLst>
          </p:cNvPr>
          <p:cNvPicPr>
            <a:picLocks noChangeAspect="1"/>
          </p:cNvPicPr>
          <p:nvPr/>
        </p:nvPicPr>
        <p:blipFill>
          <a:blip r:embed="rId5"/>
          <a:stretch>
            <a:fillRect/>
          </a:stretch>
        </p:blipFill>
        <p:spPr>
          <a:xfrm>
            <a:off x="5043912" y="948657"/>
            <a:ext cx="3759859" cy="3483439"/>
          </a:xfrm>
          <a:prstGeom prst="rect">
            <a:avLst/>
          </a:prstGeom>
        </p:spPr>
      </p:pic>
      <p:sp>
        <p:nvSpPr>
          <p:cNvPr id="4" name="TextBox 3">
            <a:extLst>
              <a:ext uri="{FF2B5EF4-FFF2-40B4-BE49-F238E27FC236}">
                <a16:creationId xmlns:a16="http://schemas.microsoft.com/office/drawing/2014/main" id="{7C9D603C-B3CD-12B1-4F25-6EE74B3835CA}"/>
              </a:ext>
            </a:extLst>
          </p:cNvPr>
          <p:cNvSpPr txBox="1"/>
          <p:nvPr/>
        </p:nvSpPr>
        <p:spPr>
          <a:xfrm>
            <a:off x="374430" y="748862"/>
            <a:ext cx="368518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a:solidFill>
                <a:schemeClr val="tx1"/>
              </a:solidFill>
            </a:endParaRPr>
          </a:p>
          <a:p>
            <a:pPr marL="285750" indent="-285750">
              <a:buFont typeface="Courier New"/>
              <a:buChar char="o"/>
            </a:pPr>
            <a:r>
              <a:rPr lang="en-GB">
                <a:solidFill>
                  <a:schemeClr val="tx1"/>
                </a:solidFill>
              </a:rPr>
              <a:t>Postcodes used to match regions within the UK</a:t>
            </a:r>
          </a:p>
          <a:p>
            <a:pPr marL="285750" indent="-285750">
              <a:buFont typeface="Courier New"/>
              <a:buChar char="o"/>
            </a:pPr>
            <a:r>
              <a:rPr lang="en-GB">
                <a:solidFill>
                  <a:schemeClr val="tx1"/>
                </a:solidFill>
              </a:rPr>
              <a:t>Mean Days To Sell Calculated for:</a:t>
            </a:r>
          </a:p>
          <a:p>
            <a:pPr marL="742950" lvl="1" indent="-285750">
              <a:buFont typeface="Courier New"/>
              <a:buChar char="o"/>
            </a:pPr>
            <a:r>
              <a:rPr lang="en-GB" i="1">
                <a:solidFill>
                  <a:schemeClr val="tx1"/>
                </a:solidFill>
              </a:rPr>
              <a:t>Postcode</a:t>
            </a:r>
          </a:p>
          <a:p>
            <a:pPr marL="742950" lvl="1" indent="-285750">
              <a:buFont typeface="Courier New"/>
              <a:buChar char="o"/>
            </a:pPr>
            <a:r>
              <a:rPr lang="en-GB" i="1">
                <a:solidFill>
                  <a:schemeClr val="tx1"/>
                </a:solidFill>
              </a:rPr>
              <a:t>City </a:t>
            </a:r>
          </a:p>
          <a:p>
            <a:pPr marL="742950" lvl="1" indent="-285750">
              <a:buFont typeface="Courier New"/>
              <a:buChar char="o"/>
            </a:pPr>
            <a:r>
              <a:rPr lang="en-GB" i="1">
                <a:solidFill>
                  <a:schemeClr val="tx1"/>
                </a:solidFill>
              </a:rPr>
              <a:t>Region</a:t>
            </a:r>
          </a:p>
          <a:p>
            <a:pPr marL="457200" lvl="1"/>
            <a:endParaRPr lang="en-GB">
              <a:solidFill>
                <a:schemeClr val="tx1"/>
              </a:solidFill>
            </a:endParaRPr>
          </a:p>
          <a:p>
            <a:pPr marL="457200" lvl="1"/>
            <a:endParaRPr lang="en-GB">
              <a:solidFill>
                <a:schemeClr val="tx1"/>
              </a:solidFill>
            </a:endParaRPr>
          </a:p>
        </p:txBody>
      </p:sp>
      <p:sp>
        <p:nvSpPr>
          <p:cNvPr id="5" name="TextBox 4">
            <a:extLst>
              <a:ext uri="{FF2B5EF4-FFF2-40B4-BE49-F238E27FC236}">
                <a16:creationId xmlns:a16="http://schemas.microsoft.com/office/drawing/2014/main" id="{E4954728-259A-4921-132D-5A349F5058BC}"/>
              </a:ext>
            </a:extLst>
          </p:cNvPr>
          <p:cNvSpPr txBox="1"/>
          <p:nvPr/>
        </p:nvSpPr>
        <p:spPr>
          <a:xfrm>
            <a:off x="438150" y="222250"/>
            <a:ext cx="31623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800" b="1">
                <a:solidFill>
                  <a:schemeClr val="tx1"/>
                </a:solidFill>
              </a:rPr>
              <a:t>Postcodes</a:t>
            </a:r>
          </a:p>
        </p:txBody>
      </p:sp>
    </p:spTree>
    <p:extLst>
      <p:ext uri="{BB962C8B-B14F-4D97-AF65-F5344CB8AC3E}">
        <p14:creationId xmlns:p14="http://schemas.microsoft.com/office/powerpoint/2010/main" val="912921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79">
          <a:extLst>
            <a:ext uri="{FF2B5EF4-FFF2-40B4-BE49-F238E27FC236}">
              <a16:creationId xmlns:a16="http://schemas.microsoft.com/office/drawing/2014/main" id="{938FB767-546B-7C09-3430-87596A1D6524}"/>
            </a:ext>
          </a:extLst>
        </p:cNvPr>
        <p:cNvGrpSpPr/>
        <p:nvPr/>
      </p:nvGrpSpPr>
      <p:grpSpPr>
        <a:xfrm>
          <a:off x="0" y="0"/>
          <a:ext cx="0" cy="0"/>
          <a:chOff x="0" y="0"/>
          <a:chExt cx="0" cy="0"/>
        </a:xfrm>
      </p:grpSpPr>
      <p:sp>
        <p:nvSpPr>
          <p:cNvPr id="280" name="Google Shape;280;p27">
            <a:extLst>
              <a:ext uri="{FF2B5EF4-FFF2-40B4-BE49-F238E27FC236}">
                <a16:creationId xmlns:a16="http://schemas.microsoft.com/office/drawing/2014/main" id="{E28D56A6-EF6A-F4BE-CD26-81878F5664C4}"/>
              </a:ext>
            </a:extLst>
          </p:cNvPr>
          <p:cNvSpPr txBox="1">
            <a:spLocks noGrp="1"/>
          </p:cNvSpPr>
          <p:nvPr>
            <p:ph type="title"/>
          </p:nvPr>
        </p:nvSpPr>
        <p:spPr>
          <a:xfrm>
            <a:off x="1968000" y="2223250"/>
            <a:ext cx="5208000" cy="572700"/>
          </a:xfrm>
          <a:prstGeom prst="rect">
            <a:avLst/>
          </a:prstGeom>
        </p:spPr>
        <p:txBody>
          <a:bodyPr spcFirstLastPara="1" wrap="square" lIns="91425" tIns="91425" rIns="91425" bIns="91425" anchor="t" anchorCtr="0">
            <a:noAutofit/>
          </a:bodyPr>
          <a:lstStyle/>
          <a:p>
            <a:pPr algn="ctr"/>
            <a:r>
              <a:rPr lang="en" sz="3600" b="1">
                <a:solidFill>
                  <a:srgbClr val="05255C"/>
                </a:solidFill>
              </a:rPr>
              <a:t>Data Preprocessing</a:t>
            </a:r>
          </a:p>
        </p:txBody>
      </p:sp>
      <p:sp>
        <p:nvSpPr>
          <p:cNvPr id="281" name="Google Shape;281;p27">
            <a:extLst>
              <a:ext uri="{FF2B5EF4-FFF2-40B4-BE49-F238E27FC236}">
                <a16:creationId xmlns:a16="http://schemas.microsoft.com/office/drawing/2014/main" id="{B0A2A9A5-8046-C4EF-B6F1-BED7B9063728}"/>
              </a:ext>
            </a:extLst>
          </p:cNvPr>
          <p:cNvSpPr txBox="1"/>
          <p:nvPr/>
        </p:nvSpPr>
        <p:spPr>
          <a:xfrm>
            <a:off x="-90325" y="1108500"/>
            <a:ext cx="41712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0" b="1">
                <a:solidFill>
                  <a:srgbClr val="05255C"/>
                </a:solidFill>
              </a:rPr>
              <a:t>2</a:t>
            </a:r>
            <a:r>
              <a:rPr lang="en" sz="30000" b="1">
                <a:solidFill>
                  <a:srgbClr val="B11212"/>
                </a:solidFill>
              </a:rPr>
              <a:t>.</a:t>
            </a:r>
            <a:endParaRPr sz="30000" b="1">
              <a:solidFill>
                <a:srgbClr val="B11212"/>
              </a:solidFill>
            </a:endParaRPr>
          </a:p>
        </p:txBody>
      </p:sp>
    </p:spTree>
    <p:extLst>
      <p:ext uri="{BB962C8B-B14F-4D97-AF65-F5344CB8AC3E}">
        <p14:creationId xmlns:p14="http://schemas.microsoft.com/office/powerpoint/2010/main" val="3982654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22B5E"/>
        </a:solidFill>
        <a:effectLst/>
      </p:bgPr>
    </p:bg>
    <p:spTree>
      <p:nvGrpSpPr>
        <p:cNvPr id="1" name="Shape 298"/>
        <p:cNvGrpSpPr/>
        <p:nvPr/>
      </p:nvGrpSpPr>
      <p:grpSpPr>
        <a:xfrm>
          <a:off x="0" y="0"/>
          <a:ext cx="0" cy="0"/>
          <a:chOff x="0" y="0"/>
          <a:chExt cx="0" cy="0"/>
        </a:xfrm>
      </p:grpSpPr>
      <p:sp>
        <p:nvSpPr>
          <p:cNvPr id="299" name="Google Shape;299;p29"/>
          <p:cNvSpPr txBox="1"/>
          <p:nvPr/>
        </p:nvSpPr>
        <p:spPr>
          <a:xfrm>
            <a:off x="301800" y="288150"/>
            <a:ext cx="425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rgbClr val="F3F5FF"/>
                </a:solidFill>
              </a:rPr>
              <a:t>Preprocessing:</a:t>
            </a:r>
          </a:p>
        </p:txBody>
      </p:sp>
      <p:sp>
        <p:nvSpPr>
          <p:cNvPr id="301" name="Google Shape;301;p29"/>
          <p:cNvSpPr/>
          <p:nvPr/>
        </p:nvSpPr>
        <p:spPr>
          <a:xfrm>
            <a:off x="1015475" y="1125675"/>
            <a:ext cx="2597700" cy="1409100"/>
          </a:xfrm>
          <a:prstGeom prst="rect">
            <a:avLst/>
          </a:prstGeom>
          <a:noFill/>
          <a:ln w="28575" cap="flat" cmpd="sng">
            <a:solidFill>
              <a:srgbClr val="B1121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02;p29"/>
          <p:cNvSpPr/>
          <p:nvPr/>
        </p:nvSpPr>
        <p:spPr>
          <a:xfrm>
            <a:off x="4558500" y="1125675"/>
            <a:ext cx="2597700" cy="1409100"/>
          </a:xfrm>
          <a:prstGeom prst="rect">
            <a:avLst/>
          </a:prstGeom>
          <a:noFill/>
          <a:ln w="28575" cap="flat" cmpd="sng">
            <a:solidFill>
              <a:srgbClr val="B1121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29"/>
          <p:cNvSpPr/>
          <p:nvPr/>
        </p:nvSpPr>
        <p:spPr>
          <a:xfrm>
            <a:off x="1983700" y="3062175"/>
            <a:ext cx="2597700" cy="1409100"/>
          </a:xfrm>
          <a:prstGeom prst="rect">
            <a:avLst/>
          </a:prstGeom>
          <a:noFill/>
          <a:ln w="28575" cap="flat" cmpd="sng">
            <a:solidFill>
              <a:srgbClr val="B1121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29"/>
          <p:cNvSpPr/>
          <p:nvPr/>
        </p:nvSpPr>
        <p:spPr>
          <a:xfrm>
            <a:off x="5526725" y="3062175"/>
            <a:ext cx="2967000" cy="1542900"/>
          </a:xfrm>
          <a:prstGeom prst="rect">
            <a:avLst/>
          </a:prstGeom>
          <a:noFill/>
          <a:ln w="28575" cap="flat" cmpd="sng">
            <a:solidFill>
              <a:srgbClr val="B1121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29"/>
          <p:cNvSpPr/>
          <p:nvPr/>
        </p:nvSpPr>
        <p:spPr>
          <a:xfrm>
            <a:off x="747825" y="1771150"/>
            <a:ext cx="535200" cy="535200"/>
          </a:xfrm>
          <a:prstGeom prst="roundRect">
            <a:avLst>
              <a:gd name="adj" fmla="val 16667"/>
            </a:avLst>
          </a:prstGeom>
          <a:solidFill>
            <a:srgbClr val="F3F5FF"/>
          </a:solidFill>
          <a:ln w="76200" cap="flat" cmpd="sng">
            <a:solidFill>
              <a:srgbClr val="222B5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6" name="Google Shape;306;p29"/>
          <p:cNvSpPr/>
          <p:nvPr/>
        </p:nvSpPr>
        <p:spPr>
          <a:xfrm>
            <a:off x="4304400" y="1409025"/>
            <a:ext cx="535200" cy="535200"/>
          </a:xfrm>
          <a:prstGeom prst="roundRect">
            <a:avLst>
              <a:gd name="adj" fmla="val 16667"/>
            </a:avLst>
          </a:prstGeom>
          <a:solidFill>
            <a:srgbClr val="F3F5FF"/>
          </a:solidFill>
          <a:ln w="76200" cap="flat" cmpd="sng">
            <a:solidFill>
              <a:srgbClr val="222B5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7" name="Google Shape;307;p29"/>
          <p:cNvSpPr/>
          <p:nvPr/>
        </p:nvSpPr>
        <p:spPr>
          <a:xfrm>
            <a:off x="1722425" y="3825700"/>
            <a:ext cx="535200" cy="535200"/>
          </a:xfrm>
          <a:prstGeom prst="roundRect">
            <a:avLst>
              <a:gd name="adj" fmla="val 16667"/>
            </a:avLst>
          </a:prstGeom>
          <a:solidFill>
            <a:srgbClr val="F3F5FF"/>
          </a:solidFill>
          <a:ln w="76200" cap="flat" cmpd="sng">
            <a:solidFill>
              <a:srgbClr val="222B5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8" name="Google Shape;308;p29"/>
          <p:cNvSpPr/>
          <p:nvPr/>
        </p:nvSpPr>
        <p:spPr>
          <a:xfrm>
            <a:off x="5241150" y="3129150"/>
            <a:ext cx="535200" cy="535200"/>
          </a:xfrm>
          <a:prstGeom prst="roundRect">
            <a:avLst>
              <a:gd name="adj" fmla="val 16667"/>
            </a:avLst>
          </a:prstGeom>
          <a:solidFill>
            <a:srgbClr val="F3F5FF"/>
          </a:solidFill>
          <a:ln w="76200" cap="flat" cmpd="sng">
            <a:solidFill>
              <a:srgbClr val="222B5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3" name="Google Shape;313;p29"/>
          <p:cNvSpPr txBox="1"/>
          <p:nvPr/>
        </p:nvSpPr>
        <p:spPr>
          <a:xfrm>
            <a:off x="498075" y="1715500"/>
            <a:ext cx="10347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B11212"/>
                </a:solidFill>
                <a:latin typeface="Barlow"/>
                <a:ea typeface="Barlow"/>
                <a:cs typeface="Barlow"/>
                <a:sym typeface="Barlow"/>
              </a:rPr>
              <a:t>01</a:t>
            </a:r>
            <a:endParaRPr sz="3000">
              <a:solidFill>
                <a:srgbClr val="B11212"/>
              </a:solidFill>
              <a:latin typeface="Barlow"/>
              <a:ea typeface="Barlow"/>
              <a:cs typeface="Barlow"/>
              <a:sym typeface="Barlow"/>
            </a:endParaRPr>
          </a:p>
        </p:txBody>
      </p:sp>
      <p:sp>
        <p:nvSpPr>
          <p:cNvPr id="314" name="Google Shape;314;p29"/>
          <p:cNvSpPr txBox="1"/>
          <p:nvPr/>
        </p:nvSpPr>
        <p:spPr>
          <a:xfrm>
            <a:off x="4054650" y="1353375"/>
            <a:ext cx="10347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B11212"/>
                </a:solidFill>
                <a:latin typeface="Barlow"/>
                <a:ea typeface="Barlow"/>
                <a:cs typeface="Barlow"/>
                <a:sym typeface="Barlow"/>
              </a:rPr>
              <a:t>02</a:t>
            </a:r>
            <a:endParaRPr sz="3000">
              <a:solidFill>
                <a:srgbClr val="B11212"/>
              </a:solidFill>
              <a:latin typeface="Barlow"/>
              <a:ea typeface="Barlow"/>
              <a:cs typeface="Barlow"/>
              <a:sym typeface="Barlow"/>
            </a:endParaRPr>
          </a:p>
        </p:txBody>
      </p:sp>
      <p:sp>
        <p:nvSpPr>
          <p:cNvPr id="315" name="Google Shape;315;p29"/>
          <p:cNvSpPr txBox="1"/>
          <p:nvPr/>
        </p:nvSpPr>
        <p:spPr>
          <a:xfrm>
            <a:off x="1472675" y="3770050"/>
            <a:ext cx="10347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B11212"/>
                </a:solidFill>
                <a:latin typeface="Barlow"/>
                <a:ea typeface="Barlow"/>
                <a:cs typeface="Barlow"/>
                <a:sym typeface="Barlow"/>
              </a:rPr>
              <a:t>03</a:t>
            </a:r>
            <a:endParaRPr sz="3000">
              <a:solidFill>
                <a:srgbClr val="B11212"/>
              </a:solidFill>
              <a:latin typeface="Barlow"/>
              <a:ea typeface="Barlow"/>
              <a:cs typeface="Barlow"/>
              <a:sym typeface="Barlow"/>
            </a:endParaRPr>
          </a:p>
        </p:txBody>
      </p:sp>
      <p:sp>
        <p:nvSpPr>
          <p:cNvPr id="316" name="Google Shape;316;p29"/>
          <p:cNvSpPr txBox="1"/>
          <p:nvPr/>
        </p:nvSpPr>
        <p:spPr>
          <a:xfrm>
            <a:off x="4991400" y="3073500"/>
            <a:ext cx="10347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B11212"/>
                </a:solidFill>
                <a:latin typeface="Barlow"/>
                <a:ea typeface="Barlow"/>
                <a:cs typeface="Barlow"/>
                <a:sym typeface="Barlow"/>
              </a:rPr>
              <a:t>04</a:t>
            </a:r>
            <a:endParaRPr sz="3000">
              <a:solidFill>
                <a:srgbClr val="B11212"/>
              </a:solidFill>
              <a:latin typeface="Barlow"/>
              <a:ea typeface="Barlow"/>
              <a:cs typeface="Barlow"/>
              <a:sym typeface="Barlow"/>
            </a:endParaRPr>
          </a:p>
        </p:txBody>
      </p:sp>
      <p:sp>
        <p:nvSpPr>
          <p:cNvPr id="2" name="TextBox 1">
            <a:extLst>
              <a:ext uri="{FF2B5EF4-FFF2-40B4-BE49-F238E27FC236}">
                <a16:creationId xmlns:a16="http://schemas.microsoft.com/office/drawing/2014/main" id="{59E4334B-6BDA-175E-7614-79D9BAF1BA36}"/>
              </a:ext>
            </a:extLst>
          </p:cNvPr>
          <p:cNvSpPr txBox="1"/>
          <p:nvPr/>
        </p:nvSpPr>
        <p:spPr>
          <a:xfrm>
            <a:off x="1723868" y="1573967"/>
            <a:ext cx="14330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800" b="1">
                <a:solidFill>
                  <a:schemeClr val="tx1"/>
                </a:solidFill>
              </a:rPr>
              <a:t>Nulls</a:t>
            </a:r>
          </a:p>
        </p:txBody>
      </p:sp>
      <p:sp>
        <p:nvSpPr>
          <p:cNvPr id="3" name="TextBox 2">
            <a:extLst>
              <a:ext uri="{FF2B5EF4-FFF2-40B4-BE49-F238E27FC236}">
                <a16:creationId xmlns:a16="http://schemas.microsoft.com/office/drawing/2014/main" id="{0ABBC121-F6CB-366E-6529-488E288178A3}"/>
              </a:ext>
            </a:extLst>
          </p:cNvPr>
          <p:cNvSpPr txBox="1"/>
          <p:nvPr/>
        </p:nvSpPr>
        <p:spPr>
          <a:xfrm>
            <a:off x="4486756" y="1367121"/>
            <a:ext cx="27432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b="1">
                <a:solidFill>
                  <a:srgbClr val="FFFFFF"/>
                </a:solidFill>
              </a:rPr>
              <a:t>Outliers &amp;</a:t>
            </a:r>
            <a:endParaRPr lang="en-US"/>
          </a:p>
          <a:p>
            <a:pPr algn="ctr"/>
            <a:r>
              <a:rPr lang="en-GB" sz="2800" b="1">
                <a:solidFill>
                  <a:srgbClr val="FFFFFF"/>
                </a:solidFill>
              </a:rPr>
              <a:t>Errors</a:t>
            </a:r>
            <a:endParaRPr lang="en-GB" b="1"/>
          </a:p>
        </p:txBody>
      </p:sp>
      <p:sp>
        <p:nvSpPr>
          <p:cNvPr id="4" name="TextBox 3">
            <a:extLst>
              <a:ext uri="{FF2B5EF4-FFF2-40B4-BE49-F238E27FC236}">
                <a16:creationId xmlns:a16="http://schemas.microsoft.com/office/drawing/2014/main" id="{E0203342-1EB3-1C1D-BAA3-EF8E4D7D5E26}"/>
              </a:ext>
            </a:extLst>
          </p:cNvPr>
          <p:cNvSpPr txBox="1"/>
          <p:nvPr/>
        </p:nvSpPr>
        <p:spPr>
          <a:xfrm>
            <a:off x="5652217" y="3400420"/>
            <a:ext cx="271509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b="1">
                <a:solidFill>
                  <a:srgbClr val="FFFFFF"/>
                </a:solidFill>
              </a:rPr>
              <a:t>Feature Engineering</a:t>
            </a:r>
            <a:endParaRPr lang="en-US"/>
          </a:p>
        </p:txBody>
      </p:sp>
      <p:sp>
        <p:nvSpPr>
          <p:cNvPr id="5" name="TextBox 4">
            <a:extLst>
              <a:ext uri="{FF2B5EF4-FFF2-40B4-BE49-F238E27FC236}">
                <a16:creationId xmlns:a16="http://schemas.microsoft.com/office/drawing/2014/main" id="{43BB0E99-1759-41BD-C035-A88A8AF35BCE}"/>
              </a:ext>
            </a:extLst>
          </p:cNvPr>
          <p:cNvSpPr txBox="1"/>
          <p:nvPr/>
        </p:nvSpPr>
        <p:spPr>
          <a:xfrm>
            <a:off x="2289439" y="3357553"/>
            <a:ext cx="192759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b="1">
                <a:solidFill>
                  <a:srgbClr val="FFFFFF"/>
                </a:solidFill>
              </a:rPr>
              <a:t>Irrelevant:  DROP</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251C58C0-EDF7-0383-FE13-FB5948FBE3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F8C9EB-51D5-ECE1-A7B7-7B1952F0A029}"/>
              </a:ext>
            </a:extLst>
          </p:cNvPr>
          <p:cNvSpPr txBox="1"/>
          <p:nvPr/>
        </p:nvSpPr>
        <p:spPr>
          <a:xfrm>
            <a:off x="267829" y="506502"/>
            <a:ext cx="3916484" cy="41242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latin typeface="Neue Haas Grotesk Text Pro"/>
              </a:rPr>
              <a:t>Missing/Null Values:</a:t>
            </a:r>
            <a:endParaRPr lang="en-US"/>
          </a:p>
          <a:p>
            <a:endParaRPr lang="en-GB" sz="2000"/>
          </a:p>
          <a:p>
            <a:r>
              <a:rPr lang="en-GB" sz="2000"/>
              <a:t>Imputed  based on the mean for their specific </a:t>
            </a:r>
            <a:r>
              <a:rPr lang="en-GB" sz="2000" b="1" i="1"/>
              <a:t>make</a:t>
            </a:r>
            <a:r>
              <a:rPr lang="en-GB" sz="2000"/>
              <a:t>, </a:t>
            </a:r>
            <a:r>
              <a:rPr lang="en-GB" sz="2000" b="1" i="1"/>
              <a:t>model</a:t>
            </a:r>
            <a:r>
              <a:rPr lang="en-GB" sz="2000"/>
              <a:t> and </a:t>
            </a:r>
            <a:r>
              <a:rPr lang="en-GB" sz="2000" b="1" i="1"/>
              <a:t>generation</a:t>
            </a:r>
          </a:p>
          <a:p>
            <a:endParaRPr lang="en-GB" sz="2000"/>
          </a:p>
          <a:p>
            <a:pPr marL="342900" indent="-342900">
              <a:buFont typeface="Calibri"/>
              <a:buChar char="-"/>
            </a:pPr>
            <a:r>
              <a:rPr lang="en-GB" sz="2000"/>
              <a:t>Separation of </a:t>
            </a:r>
            <a:r>
              <a:rPr lang="en-GB" sz="2000" b="1" i="1"/>
              <a:t>Electric</a:t>
            </a:r>
            <a:r>
              <a:rPr lang="en-GB" sz="2000"/>
              <a:t> and </a:t>
            </a:r>
            <a:r>
              <a:rPr lang="en-GB" sz="2000" b="1" i="1"/>
              <a:t>hybrid:</a:t>
            </a:r>
            <a:endParaRPr lang="en-GB" sz="2000"/>
          </a:p>
          <a:p>
            <a:pPr marL="800100" lvl="1" indent="-342900">
              <a:buFont typeface="Courier New"/>
              <a:buChar char="o"/>
            </a:pPr>
            <a:r>
              <a:rPr lang="en-GB" sz="2000" b="1" i="1"/>
              <a:t>Fuel Type</a:t>
            </a:r>
          </a:p>
          <a:p>
            <a:endParaRPr lang="en-GB" sz="2000"/>
          </a:p>
          <a:p>
            <a:pPr marL="342900" indent="-342900">
              <a:buFont typeface="Calibri"/>
              <a:buChar char="-"/>
            </a:pPr>
            <a:r>
              <a:rPr lang="en-GB" sz="2000"/>
              <a:t>Removal of any remaining null values </a:t>
            </a:r>
          </a:p>
          <a:p>
            <a:endParaRPr lang="en-GB"/>
          </a:p>
        </p:txBody>
      </p:sp>
      <p:graphicFrame>
        <p:nvGraphicFramePr>
          <p:cNvPr id="18" name="Diagram 17">
            <a:extLst>
              <a:ext uri="{FF2B5EF4-FFF2-40B4-BE49-F238E27FC236}">
                <a16:creationId xmlns:a16="http://schemas.microsoft.com/office/drawing/2014/main" id="{C1ACE624-95E3-FB2F-59AC-43DC8FCDDAF4}"/>
              </a:ext>
            </a:extLst>
          </p:cNvPr>
          <p:cNvGraphicFramePr/>
          <p:nvPr>
            <p:extLst>
              <p:ext uri="{D42A27DB-BD31-4B8C-83A1-F6EECF244321}">
                <p14:modId xmlns:p14="http://schemas.microsoft.com/office/powerpoint/2010/main" val="3006925770"/>
              </p:ext>
            </p:extLst>
          </p:nvPr>
        </p:nvGraphicFramePr>
        <p:xfrm>
          <a:off x="4524375" y="-161925"/>
          <a:ext cx="4361090" cy="35691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877" name="Diagram 1876">
            <a:extLst>
              <a:ext uri="{FF2B5EF4-FFF2-40B4-BE49-F238E27FC236}">
                <a16:creationId xmlns:a16="http://schemas.microsoft.com/office/drawing/2014/main" id="{054BCA36-C98A-BA4F-3AE8-D747E71CDCD3}"/>
              </a:ext>
            </a:extLst>
          </p:cNvPr>
          <p:cNvGraphicFramePr/>
          <p:nvPr>
            <p:extLst>
              <p:ext uri="{D42A27DB-BD31-4B8C-83A1-F6EECF244321}">
                <p14:modId xmlns:p14="http://schemas.microsoft.com/office/powerpoint/2010/main" val="446079963"/>
              </p:ext>
            </p:extLst>
          </p:nvPr>
        </p:nvGraphicFramePr>
        <p:xfrm>
          <a:off x="4626428" y="2151289"/>
          <a:ext cx="3918858" cy="322897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1763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22B5E"/>
        </a:solidFill>
        <a:effectLst/>
      </p:bgPr>
    </p:bg>
    <p:spTree>
      <p:nvGrpSpPr>
        <p:cNvPr id="1" name="Shape 172"/>
        <p:cNvGrpSpPr/>
        <p:nvPr/>
      </p:nvGrpSpPr>
      <p:grpSpPr>
        <a:xfrm>
          <a:off x="0" y="0"/>
          <a:ext cx="0" cy="0"/>
          <a:chOff x="0" y="0"/>
          <a:chExt cx="0" cy="0"/>
        </a:xfrm>
      </p:grpSpPr>
      <p:cxnSp>
        <p:nvCxnSpPr>
          <p:cNvPr id="176" name="Google Shape;176;p21"/>
          <p:cNvCxnSpPr/>
          <p:nvPr/>
        </p:nvCxnSpPr>
        <p:spPr>
          <a:xfrm flipH="1">
            <a:off x="4567200" y="531600"/>
            <a:ext cx="9600" cy="4080300"/>
          </a:xfrm>
          <a:prstGeom prst="straightConnector1">
            <a:avLst/>
          </a:prstGeom>
          <a:noFill/>
          <a:ln w="19050" cap="flat" cmpd="sng">
            <a:solidFill>
              <a:srgbClr val="F3F5FF"/>
            </a:solidFill>
            <a:prstDash val="solid"/>
            <a:round/>
            <a:headEnd type="none" w="med" len="med"/>
            <a:tailEnd type="none" w="med" len="med"/>
          </a:ln>
        </p:spPr>
      </p:cxnSp>
      <p:sp>
        <p:nvSpPr>
          <p:cNvPr id="4" name="TextBox 3">
            <a:extLst>
              <a:ext uri="{FF2B5EF4-FFF2-40B4-BE49-F238E27FC236}">
                <a16:creationId xmlns:a16="http://schemas.microsoft.com/office/drawing/2014/main" id="{84C8D2DA-9138-4E88-C462-6F9AA7A44139}"/>
              </a:ext>
            </a:extLst>
          </p:cNvPr>
          <p:cNvSpPr txBox="1"/>
          <p:nvPr/>
        </p:nvSpPr>
        <p:spPr>
          <a:xfrm>
            <a:off x="1770061" y="238125"/>
            <a:ext cx="16668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800" b="1">
                <a:solidFill>
                  <a:schemeClr val="tx1"/>
                </a:solidFill>
              </a:rPr>
              <a:t>DROP</a:t>
            </a:r>
          </a:p>
        </p:txBody>
      </p:sp>
      <p:sp>
        <p:nvSpPr>
          <p:cNvPr id="5" name="TextBox 4">
            <a:extLst>
              <a:ext uri="{FF2B5EF4-FFF2-40B4-BE49-F238E27FC236}">
                <a16:creationId xmlns:a16="http://schemas.microsoft.com/office/drawing/2014/main" id="{5C51A01A-4BE6-E25A-5E47-18D97731C524}"/>
              </a:ext>
            </a:extLst>
          </p:cNvPr>
          <p:cNvSpPr txBox="1"/>
          <p:nvPr/>
        </p:nvSpPr>
        <p:spPr>
          <a:xfrm>
            <a:off x="6651623" y="238125"/>
            <a:ext cx="16668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800" b="1">
                <a:solidFill>
                  <a:schemeClr val="tx1"/>
                </a:solidFill>
              </a:rPr>
              <a:t>KEEP</a:t>
            </a:r>
          </a:p>
        </p:txBody>
      </p:sp>
      <p:graphicFrame>
        <p:nvGraphicFramePr>
          <p:cNvPr id="3" name="Diagram 2">
            <a:extLst>
              <a:ext uri="{FF2B5EF4-FFF2-40B4-BE49-F238E27FC236}">
                <a16:creationId xmlns:a16="http://schemas.microsoft.com/office/drawing/2014/main" id="{6ACE7D21-ED87-B61B-7F5D-11C851ABBC97}"/>
              </a:ext>
            </a:extLst>
          </p:cNvPr>
          <p:cNvGraphicFramePr/>
          <p:nvPr>
            <p:extLst>
              <p:ext uri="{D42A27DB-BD31-4B8C-83A1-F6EECF244321}">
                <p14:modId xmlns:p14="http://schemas.microsoft.com/office/powerpoint/2010/main" val="230258094"/>
              </p:ext>
            </p:extLst>
          </p:nvPr>
        </p:nvGraphicFramePr>
        <p:xfrm>
          <a:off x="202445" y="1124554"/>
          <a:ext cx="3929742" cy="3435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31" name="Diagram 1130">
            <a:extLst>
              <a:ext uri="{FF2B5EF4-FFF2-40B4-BE49-F238E27FC236}">
                <a16:creationId xmlns:a16="http://schemas.microsoft.com/office/drawing/2014/main" id="{7D1A894E-6780-D225-3770-930634D55545}"/>
              </a:ext>
            </a:extLst>
          </p:cNvPr>
          <p:cNvGraphicFramePr/>
          <p:nvPr>
            <p:extLst>
              <p:ext uri="{D42A27DB-BD31-4B8C-83A1-F6EECF244321}">
                <p14:modId xmlns:p14="http://schemas.microsoft.com/office/powerpoint/2010/main" val="2672657350"/>
              </p:ext>
            </p:extLst>
          </p:nvPr>
        </p:nvGraphicFramePr>
        <p:xfrm>
          <a:off x="4777019" y="1074642"/>
          <a:ext cx="4164929" cy="353967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777" name="TextBox 1776">
            <a:extLst>
              <a:ext uri="{FF2B5EF4-FFF2-40B4-BE49-F238E27FC236}">
                <a16:creationId xmlns:a16="http://schemas.microsoft.com/office/drawing/2014/main" id="{B2C277CA-3DEA-27FA-B741-53D4AD3DCA8B}"/>
              </a:ext>
            </a:extLst>
          </p:cNvPr>
          <p:cNvSpPr txBox="1"/>
          <p:nvPr/>
        </p:nvSpPr>
        <p:spPr>
          <a:xfrm>
            <a:off x="5925911" y="4558392"/>
            <a:ext cx="29527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i="1">
                <a:solidFill>
                  <a:schemeClr val="tx1"/>
                </a:solidFill>
              </a:rPr>
              <a:t>'*' = Used in Feature Engineering and then dropped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684DC39F-56B2-D05C-DAFD-E510220C47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5FCDA4-6BDE-88C8-516D-3249E1F112C9}"/>
              </a:ext>
            </a:extLst>
          </p:cNvPr>
          <p:cNvSpPr txBox="1"/>
          <p:nvPr/>
        </p:nvSpPr>
        <p:spPr>
          <a:xfrm>
            <a:off x="103424" y="121109"/>
            <a:ext cx="609362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latin typeface="Neue Haas Grotesk Text Pro"/>
              </a:rPr>
              <a:t>Outliers:</a:t>
            </a:r>
            <a:endParaRPr lang="en-US"/>
          </a:p>
          <a:p>
            <a:endParaRPr lang="en-GB" sz="2000" b="1"/>
          </a:p>
          <a:p>
            <a:r>
              <a:rPr lang="en-GB" sz="2000"/>
              <a:t>Based on EDA:</a:t>
            </a:r>
          </a:p>
          <a:p>
            <a:endParaRPr lang="en-GB" sz="2000"/>
          </a:p>
          <a:p>
            <a:pPr marL="342900" indent="-342900">
              <a:buChar char="•"/>
            </a:pPr>
            <a:r>
              <a:rPr lang="en-GB" sz="1800"/>
              <a:t>Outliers removed using Interquartile Range (IQR)</a:t>
            </a:r>
          </a:p>
          <a:p>
            <a:pPr marL="800100" lvl="1" indent="-342900">
              <a:buFont typeface="Courier New"/>
              <a:buChar char="o"/>
            </a:pPr>
            <a:r>
              <a:rPr lang="en-GB" sz="1800"/>
              <a:t>Data points outside IQR Range dropped</a:t>
            </a:r>
          </a:p>
          <a:p>
            <a:pPr marL="800100" lvl="1" indent="-342900">
              <a:buFont typeface="Courier New"/>
              <a:buChar char="o"/>
            </a:pPr>
            <a:r>
              <a:rPr lang="en-GB" sz="1800"/>
              <a:t>Reduces impact of extreme values leading to better model performance &amp; visualizations</a:t>
            </a:r>
          </a:p>
          <a:p>
            <a:endParaRPr lang="en-GB" sz="1200"/>
          </a:p>
        </p:txBody>
      </p:sp>
      <p:pic>
        <p:nvPicPr>
          <p:cNvPr id="902" name="Picture 901" descr="A graph of a distribution of odometer reading&#10;&#10;AI-generated content may be incorrect.">
            <a:extLst>
              <a:ext uri="{FF2B5EF4-FFF2-40B4-BE49-F238E27FC236}">
                <a16:creationId xmlns:a16="http://schemas.microsoft.com/office/drawing/2014/main" id="{F17CE4D6-77F4-BA33-B513-44C24D053F67}"/>
              </a:ext>
            </a:extLst>
          </p:cNvPr>
          <p:cNvPicPr>
            <a:picLocks noChangeAspect="1"/>
          </p:cNvPicPr>
          <p:nvPr/>
        </p:nvPicPr>
        <p:blipFill>
          <a:blip r:embed="rId3"/>
          <a:stretch>
            <a:fillRect/>
          </a:stretch>
        </p:blipFill>
        <p:spPr>
          <a:xfrm>
            <a:off x="5918883" y="2973818"/>
            <a:ext cx="3047868" cy="1947761"/>
          </a:xfrm>
          <a:prstGeom prst="rect">
            <a:avLst/>
          </a:prstGeom>
        </p:spPr>
      </p:pic>
      <p:pic>
        <p:nvPicPr>
          <p:cNvPr id="839" name="Picture 838" descr="A graph of a distribution of odometer reading&#10;&#10;AI-generated content may be incorrect.">
            <a:extLst>
              <a:ext uri="{FF2B5EF4-FFF2-40B4-BE49-F238E27FC236}">
                <a16:creationId xmlns:a16="http://schemas.microsoft.com/office/drawing/2014/main" id="{DD58692B-2252-F9FB-BCE2-EF5121D0524D}"/>
              </a:ext>
            </a:extLst>
          </p:cNvPr>
          <p:cNvPicPr>
            <a:picLocks noChangeAspect="1"/>
          </p:cNvPicPr>
          <p:nvPr/>
        </p:nvPicPr>
        <p:blipFill>
          <a:blip r:embed="rId4"/>
          <a:stretch>
            <a:fillRect/>
          </a:stretch>
        </p:blipFill>
        <p:spPr>
          <a:xfrm>
            <a:off x="190775" y="2974625"/>
            <a:ext cx="3044178" cy="1932214"/>
          </a:xfrm>
          <a:prstGeom prst="rect">
            <a:avLst/>
          </a:prstGeom>
        </p:spPr>
      </p:pic>
      <p:graphicFrame>
        <p:nvGraphicFramePr>
          <p:cNvPr id="840" name="Diagram 839">
            <a:extLst>
              <a:ext uri="{FF2B5EF4-FFF2-40B4-BE49-F238E27FC236}">
                <a16:creationId xmlns:a16="http://schemas.microsoft.com/office/drawing/2014/main" id="{216F1E6A-1786-3BB2-828C-4086E52982A6}"/>
              </a:ext>
            </a:extLst>
          </p:cNvPr>
          <p:cNvGraphicFramePr/>
          <p:nvPr>
            <p:extLst>
              <p:ext uri="{D42A27DB-BD31-4B8C-83A1-F6EECF244321}">
                <p14:modId xmlns:p14="http://schemas.microsoft.com/office/powerpoint/2010/main" val="3044281392"/>
              </p:ext>
            </p:extLst>
          </p:nvPr>
        </p:nvGraphicFramePr>
        <p:xfrm>
          <a:off x="3285693" y="2715382"/>
          <a:ext cx="2564948" cy="24465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1036" name="Group 1035">
            <a:extLst>
              <a:ext uri="{FF2B5EF4-FFF2-40B4-BE49-F238E27FC236}">
                <a16:creationId xmlns:a16="http://schemas.microsoft.com/office/drawing/2014/main" id="{2E10F320-7645-8B06-824D-E47101BE30AE}"/>
              </a:ext>
            </a:extLst>
          </p:cNvPr>
          <p:cNvGrpSpPr/>
          <p:nvPr/>
        </p:nvGrpSpPr>
        <p:grpSpPr>
          <a:xfrm>
            <a:off x="5678270" y="441960"/>
            <a:ext cx="4982584" cy="2271407"/>
            <a:chOff x="5744369" y="99962"/>
            <a:chExt cx="4572000" cy="3657600"/>
          </a:xfrm>
        </p:grpSpPr>
        <p:graphicFrame>
          <p:nvGraphicFramePr>
            <p:cNvPr id="1037" name="Diagram 1036">
              <a:extLst>
                <a:ext uri="{FF2B5EF4-FFF2-40B4-BE49-F238E27FC236}">
                  <a16:creationId xmlns:a16="http://schemas.microsoft.com/office/drawing/2014/main" id="{93FE45F3-7EDC-5F91-F3FA-5A529B916364}"/>
                </a:ext>
              </a:extLst>
            </p:cNvPr>
            <p:cNvGraphicFramePr/>
            <p:nvPr/>
          </p:nvGraphicFramePr>
          <p:xfrm>
            <a:off x="5744369" y="99962"/>
            <a:ext cx="4572000" cy="365760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038" name="TextBox 887">
              <a:extLst>
                <a:ext uri="{FF2B5EF4-FFF2-40B4-BE49-F238E27FC236}">
                  <a16:creationId xmlns:a16="http://schemas.microsoft.com/office/drawing/2014/main" id="{2E754561-DD23-F0B6-5BFA-4A678E86FD3B}"/>
                </a:ext>
              </a:extLst>
            </p:cNvPr>
            <p:cNvSpPr txBox="1"/>
            <p:nvPr/>
          </p:nvSpPr>
          <p:spPr>
            <a:xfrm>
              <a:off x="6625677" y="1523792"/>
              <a:ext cx="1002018" cy="81775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sz="900" b="1">
                  <a:solidFill>
                    <a:schemeClr val="tx1"/>
                  </a:solidFill>
                </a:rPr>
                <a:t>Interquartile Range Outlier Removal</a:t>
              </a:r>
              <a:endParaRPr lang="en-US" sz="900" b="1">
                <a:solidFill>
                  <a:schemeClr val="tx1"/>
                </a:solidFill>
              </a:endParaRPr>
            </a:p>
          </p:txBody>
        </p:sp>
      </p:grpSp>
    </p:spTree>
    <p:extLst>
      <p:ext uri="{BB962C8B-B14F-4D97-AF65-F5344CB8AC3E}">
        <p14:creationId xmlns:p14="http://schemas.microsoft.com/office/powerpoint/2010/main" val="2281957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88B9AF2A-0058-6D86-D217-793C66A9B2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56455F-F048-892B-1941-7BDC92BF689A}"/>
              </a:ext>
            </a:extLst>
          </p:cNvPr>
          <p:cNvSpPr txBox="1"/>
          <p:nvPr/>
        </p:nvSpPr>
        <p:spPr>
          <a:xfrm>
            <a:off x="195488" y="195432"/>
            <a:ext cx="4936159" cy="68634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latin typeface="Neue Haas Grotesk Text Pro"/>
              </a:rPr>
              <a:t>Feature Engineering 1:</a:t>
            </a:r>
          </a:p>
          <a:p>
            <a:endParaRPr lang="en-GB" sz="2400" b="1">
              <a:solidFill>
                <a:srgbClr val="222B5E"/>
              </a:solidFill>
              <a:latin typeface="Neue Haas Grotesk Text Pro"/>
            </a:endParaRPr>
          </a:p>
          <a:p>
            <a:r>
              <a:rPr lang="en-GB" sz="1600" b="1">
                <a:solidFill>
                  <a:schemeClr val="bg1"/>
                </a:solidFill>
                <a:latin typeface="Neue Haas Grotesk Text Pro"/>
              </a:rPr>
              <a:t>Relative Price Difference</a:t>
            </a:r>
          </a:p>
          <a:p>
            <a:r>
              <a:rPr lang="en-GB">
                <a:solidFill>
                  <a:schemeClr val="bg1"/>
                </a:solidFill>
                <a:latin typeface="Neue Haas Grotesk Text Pro"/>
              </a:rPr>
              <a:t>Calculated from:</a:t>
            </a:r>
          </a:p>
          <a:p>
            <a:pPr marL="742950" lvl="1" indent="-285750">
              <a:buFont typeface="Courier New"/>
              <a:buChar char="o"/>
            </a:pPr>
            <a:r>
              <a:rPr lang="en-GB" i="1">
                <a:solidFill>
                  <a:schemeClr val="bg1"/>
                </a:solidFill>
                <a:latin typeface="Neue Haas Grotesk Text Pro"/>
              </a:rPr>
              <a:t>Last retail asking price</a:t>
            </a:r>
          </a:p>
          <a:p>
            <a:pPr marL="742950" lvl="1" indent="-285750">
              <a:buFont typeface="Courier New"/>
              <a:buChar char="o"/>
            </a:pPr>
            <a:r>
              <a:rPr lang="en-GB" i="1">
                <a:solidFill>
                  <a:schemeClr val="bg1"/>
                </a:solidFill>
                <a:latin typeface="Neue Haas Grotesk Text Pro"/>
              </a:rPr>
              <a:t>First retail asking price</a:t>
            </a:r>
          </a:p>
          <a:p>
            <a:pPr marL="742950" lvl="1" indent="-285750">
              <a:buFont typeface="Courier New"/>
              <a:buChar char="o"/>
            </a:pPr>
            <a:r>
              <a:rPr lang="en-GB" i="1">
                <a:solidFill>
                  <a:schemeClr val="bg1"/>
                </a:solidFill>
                <a:latin typeface="Neue Haas Grotesk Text Pro"/>
              </a:rPr>
              <a:t>Can compare to other vehicles</a:t>
            </a:r>
          </a:p>
          <a:p>
            <a:endParaRPr lang="en-GB" sz="1600" b="1">
              <a:solidFill>
                <a:schemeClr val="bg1"/>
              </a:solidFill>
              <a:latin typeface="Neue Haas Grotesk Text Pro"/>
            </a:endParaRPr>
          </a:p>
          <a:p>
            <a:r>
              <a:rPr lang="en-GB" sz="1600" b="1">
                <a:solidFill>
                  <a:schemeClr val="bg1"/>
                </a:solidFill>
                <a:latin typeface="Neue Haas Grotesk Text Pro"/>
              </a:rPr>
              <a:t>Vehicle Age</a:t>
            </a:r>
          </a:p>
          <a:p>
            <a:r>
              <a:rPr lang="en-GB">
                <a:solidFill>
                  <a:schemeClr val="bg1"/>
                </a:solidFill>
                <a:latin typeface="Neue Haas Grotesk Text Pro"/>
              </a:rPr>
              <a:t>Extrapolated from:</a:t>
            </a:r>
          </a:p>
          <a:p>
            <a:pPr marL="742950" lvl="1" indent="-285750">
              <a:buFont typeface="Courier New"/>
              <a:buChar char="o"/>
            </a:pPr>
            <a:r>
              <a:rPr lang="en-GB" i="1">
                <a:solidFill>
                  <a:schemeClr val="bg1"/>
                </a:solidFill>
                <a:latin typeface="Neue Haas Grotesk Text Pro"/>
              </a:rPr>
              <a:t>Plate</a:t>
            </a:r>
          </a:p>
          <a:p>
            <a:pPr marL="742950" lvl="1" indent="-285750">
              <a:buFont typeface="Courier New"/>
              <a:buChar char="o"/>
            </a:pPr>
            <a:r>
              <a:rPr lang="en-GB" i="1">
                <a:solidFill>
                  <a:schemeClr val="bg1"/>
                </a:solidFill>
                <a:latin typeface="Neue Haas Grotesk Text Pro"/>
              </a:rPr>
              <a:t>Registration Date</a:t>
            </a:r>
          </a:p>
          <a:p>
            <a:pPr marL="742950" lvl="1" indent="-285750">
              <a:buFont typeface="Courier New"/>
              <a:buChar char="o"/>
            </a:pPr>
            <a:r>
              <a:rPr lang="en-GB" i="1">
                <a:solidFill>
                  <a:schemeClr val="bg1"/>
                </a:solidFill>
                <a:latin typeface="Neue Haas Grotesk Text Pro"/>
              </a:rPr>
              <a:t>Clearer Relationship</a:t>
            </a:r>
          </a:p>
          <a:p>
            <a:pPr marL="742950" lvl="1" indent="-285750">
              <a:buFont typeface="Courier New"/>
              <a:buChar char="o"/>
            </a:pPr>
            <a:endParaRPr lang="en-GB" i="1">
              <a:latin typeface="Neue Haas Grotesk Text Pro"/>
            </a:endParaRPr>
          </a:p>
          <a:p>
            <a:endParaRPr lang="en-GB" sz="1600" b="1">
              <a:latin typeface="Neue Haas Grotesk Text Pro"/>
            </a:endParaRPr>
          </a:p>
          <a:p>
            <a:r>
              <a:rPr lang="en-GB" sz="1600" b="1">
                <a:latin typeface="Neue Haas Grotesk Text Pro"/>
              </a:rPr>
              <a:t>Attention Grabber Category</a:t>
            </a:r>
          </a:p>
          <a:p>
            <a:r>
              <a:rPr lang="en-GB">
                <a:latin typeface="Neue Haas Grotesk Text Pro"/>
              </a:rPr>
              <a:t>Created by:</a:t>
            </a:r>
            <a:endParaRPr lang="en-GB"/>
          </a:p>
          <a:p>
            <a:pPr marL="742950" lvl="1" indent="-285750">
              <a:buFont typeface="Courier New"/>
              <a:buChar char="o"/>
            </a:pPr>
            <a:r>
              <a:rPr lang="en-GB">
                <a:latin typeface="Neue Haas Grotesk Text Pro"/>
              </a:rPr>
              <a:t>Most popular attention grabbers</a:t>
            </a:r>
            <a:endParaRPr lang="en-GB"/>
          </a:p>
          <a:p>
            <a:pPr marL="742950" lvl="1" indent="-285750">
              <a:buFont typeface="Courier New"/>
              <a:buChar char="o"/>
            </a:pPr>
            <a:r>
              <a:rPr lang="en-GB">
                <a:latin typeface="Neue Haas Grotesk Text Pro"/>
              </a:rPr>
              <a:t>Grouped into specific categories</a:t>
            </a:r>
            <a:endParaRPr lang="en-GB"/>
          </a:p>
          <a:p>
            <a:pPr marL="457200" lvl="1"/>
            <a:r>
              <a:rPr lang="en-GB">
                <a:latin typeface="Neue Haas Grotesk Text Pro"/>
              </a:rPr>
              <a:t>  (e.g. 'Navigation') </a:t>
            </a:r>
            <a:endParaRPr lang="en-GB"/>
          </a:p>
          <a:p>
            <a:endParaRPr lang="en-GB"/>
          </a:p>
          <a:p>
            <a:endParaRPr lang="en-GB" sz="1800" b="1">
              <a:latin typeface="Neue Haas Grotesk Text Pro"/>
            </a:endParaRPr>
          </a:p>
          <a:p>
            <a:endParaRPr lang="en-GB" sz="1800" b="1">
              <a:latin typeface="Neue Haas Grotesk Text Pro"/>
            </a:endParaRPr>
          </a:p>
          <a:p>
            <a:endParaRPr lang="en-GB" sz="1800" b="1">
              <a:latin typeface="Neue Haas Grotesk Text Pro"/>
            </a:endParaRPr>
          </a:p>
          <a:p>
            <a:endParaRPr lang="en-GB" sz="2400" b="1">
              <a:solidFill>
                <a:srgbClr val="222B5E"/>
              </a:solidFill>
              <a:latin typeface="Neue Haas Grotesk Text Pro"/>
            </a:endParaRPr>
          </a:p>
          <a:p>
            <a:endParaRPr lang="en-GB" sz="2400" b="1">
              <a:solidFill>
                <a:srgbClr val="222B5E"/>
              </a:solidFill>
              <a:latin typeface="Neue Haas Grotesk Text Pro"/>
            </a:endParaRPr>
          </a:p>
          <a:p>
            <a:endParaRPr lang="en-GB"/>
          </a:p>
        </p:txBody>
      </p:sp>
      <p:grpSp>
        <p:nvGrpSpPr>
          <p:cNvPr id="396" name="Group 395">
            <a:extLst>
              <a:ext uri="{FF2B5EF4-FFF2-40B4-BE49-F238E27FC236}">
                <a16:creationId xmlns:a16="http://schemas.microsoft.com/office/drawing/2014/main" id="{5FAC189B-ECB1-1339-73CD-4D3C667C8729}"/>
              </a:ext>
            </a:extLst>
          </p:cNvPr>
          <p:cNvGrpSpPr/>
          <p:nvPr/>
        </p:nvGrpSpPr>
        <p:grpSpPr>
          <a:xfrm>
            <a:off x="3612177" y="837639"/>
            <a:ext cx="5334078" cy="1300264"/>
            <a:chOff x="2000250" y="2666998"/>
            <a:chExt cx="6127749" cy="1603374"/>
          </a:xfrm>
        </p:grpSpPr>
        <p:sp>
          <p:nvSpPr>
            <p:cNvPr id="391" name="Oval 390">
              <a:extLst>
                <a:ext uri="{FF2B5EF4-FFF2-40B4-BE49-F238E27FC236}">
                  <a16:creationId xmlns:a16="http://schemas.microsoft.com/office/drawing/2014/main" id="{3FF878C0-B349-D92E-A5E5-4954F4443E80}"/>
                </a:ext>
              </a:extLst>
            </p:cNvPr>
            <p:cNvSpPr/>
            <p:nvPr/>
          </p:nvSpPr>
          <p:spPr>
            <a:xfrm>
              <a:off x="4213691" y="2969622"/>
              <a:ext cx="1087437" cy="992187"/>
            </a:xfrm>
            <a:prstGeom prst="ellipse">
              <a:avLst/>
            </a:prstGeom>
            <a:solidFill>
              <a:srgbClr val="A8111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cs typeface="Arial"/>
                </a:rPr>
                <a:t>First Retailer Asking Price</a:t>
              </a:r>
              <a:endParaRPr lang="en-GB" sz="1050"/>
            </a:p>
          </p:txBody>
        </p:sp>
        <p:sp>
          <p:nvSpPr>
            <p:cNvPr id="392" name="Oval 391">
              <a:extLst>
                <a:ext uri="{FF2B5EF4-FFF2-40B4-BE49-F238E27FC236}">
                  <a16:creationId xmlns:a16="http://schemas.microsoft.com/office/drawing/2014/main" id="{82959896-753D-DAD1-9221-C8E507326EF1}"/>
                </a:ext>
              </a:extLst>
            </p:cNvPr>
            <p:cNvSpPr/>
            <p:nvPr/>
          </p:nvSpPr>
          <p:spPr>
            <a:xfrm>
              <a:off x="2000250" y="2976561"/>
              <a:ext cx="1087437" cy="992187"/>
            </a:xfrm>
            <a:prstGeom prst="ellipse">
              <a:avLst/>
            </a:prstGeom>
            <a:solidFill>
              <a:srgbClr val="A8111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050">
                  <a:cs typeface="Arial"/>
                </a:rPr>
                <a:t>Last Retailer Asking Price</a:t>
              </a:r>
              <a:endParaRPr lang="en-GB" sz="1050"/>
            </a:p>
          </p:txBody>
        </p:sp>
        <p:sp>
          <p:nvSpPr>
            <p:cNvPr id="393" name="Division Sign 392">
              <a:extLst>
                <a:ext uri="{FF2B5EF4-FFF2-40B4-BE49-F238E27FC236}">
                  <a16:creationId xmlns:a16="http://schemas.microsoft.com/office/drawing/2014/main" id="{4F65180C-8ED7-9DF4-CC20-DC92C4114531}"/>
                </a:ext>
              </a:extLst>
            </p:cNvPr>
            <p:cNvSpPr/>
            <p:nvPr/>
          </p:nvSpPr>
          <p:spPr>
            <a:xfrm>
              <a:off x="3302000" y="3055938"/>
              <a:ext cx="771525" cy="819150"/>
            </a:xfrm>
            <a:prstGeom prst="mathDivide">
              <a:avLst/>
            </a:prstGeom>
            <a:solidFill>
              <a:srgbClr val="0525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4" name="Arrow: Right 393">
              <a:extLst>
                <a:ext uri="{FF2B5EF4-FFF2-40B4-BE49-F238E27FC236}">
                  <a16:creationId xmlns:a16="http://schemas.microsoft.com/office/drawing/2014/main" id="{0FB44FFD-78E1-FD07-7AC0-306E5ED9235D}"/>
                </a:ext>
              </a:extLst>
            </p:cNvPr>
            <p:cNvSpPr/>
            <p:nvPr/>
          </p:nvSpPr>
          <p:spPr>
            <a:xfrm>
              <a:off x="5556249" y="3222625"/>
              <a:ext cx="645034" cy="492569"/>
            </a:xfrm>
            <a:prstGeom prst="rightArrow">
              <a:avLst/>
            </a:prstGeom>
            <a:solidFill>
              <a:srgbClr val="0525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5" name="Oval 394">
              <a:extLst>
                <a:ext uri="{FF2B5EF4-FFF2-40B4-BE49-F238E27FC236}">
                  <a16:creationId xmlns:a16="http://schemas.microsoft.com/office/drawing/2014/main" id="{4C46D8ED-FF0A-A4B3-9FF8-932A19FA0179}"/>
                </a:ext>
              </a:extLst>
            </p:cNvPr>
            <p:cNvSpPr/>
            <p:nvPr/>
          </p:nvSpPr>
          <p:spPr>
            <a:xfrm>
              <a:off x="6492875" y="2666998"/>
              <a:ext cx="1635124" cy="1603374"/>
            </a:xfrm>
            <a:prstGeom prst="ellipse">
              <a:avLst/>
            </a:prstGeom>
            <a:solidFill>
              <a:srgbClr val="A8111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a:cs typeface="Arial"/>
                </a:rPr>
                <a:t>Relative Price Difference </a:t>
              </a:r>
            </a:p>
          </p:txBody>
        </p:sp>
      </p:grpSp>
      <p:graphicFrame>
        <p:nvGraphicFramePr>
          <p:cNvPr id="3" name="Diagram 2">
            <a:extLst>
              <a:ext uri="{FF2B5EF4-FFF2-40B4-BE49-F238E27FC236}">
                <a16:creationId xmlns:a16="http://schemas.microsoft.com/office/drawing/2014/main" id="{D0C16EB0-297F-EAE7-DBAA-F4DBFBEF656B}"/>
              </a:ext>
            </a:extLst>
          </p:cNvPr>
          <p:cNvGraphicFramePr/>
          <p:nvPr>
            <p:extLst>
              <p:ext uri="{D42A27DB-BD31-4B8C-83A1-F6EECF244321}">
                <p14:modId xmlns:p14="http://schemas.microsoft.com/office/powerpoint/2010/main" val="2986239972"/>
              </p:ext>
            </p:extLst>
          </p:nvPr>
        </p:nvGraphicFramePr>
        <p:xfrm>
          <a:off x="4170590" y="2069647"/>
          <a:ext cx="4572000"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6045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87F5857E-38D6-2567-AF83-D464A0A67A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51D125-CEC9-866F-C4DA-BE63284D6A8C}"/>
              </a:ext>
            </a:extLst>
          </p:cNvPr>
          <p:cNvSpPr txBox="1"/>
          <p:nvPr/>
        </p:nvSpPr>
        <p:spPr>
          <a:xfrm>
            <a:off x="183142" y="194543"/>
            <a:ext cx="6104531"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2800"/>
          </a:p>
          <a:p>
            <a:r>
              <a:rPr lang="en-GB" sz="2000" b="1"/>
              <a:t>Feature</a:t>
            </a:r>
            <a:r>
              <a:rPr lang="en-GB" sz="2000"/>
              <a:t>: '</a:t>
            </a:r>
            <a:r>
              <a:rPr lang="en-GB" sz="2000" err="1"/>
              <a:t>mmg_feature_dts_avg</a:t>
            </a:r>
            <a:r>
              <a:rPr lang="en-GB" sz="2000"/>
              <a:t>'</a:t>
            </a:r>
            <a:endParaRPr lang="en-GB"/>
          </a:p>
          <a:p>
            <a:endParaRPr lang="en-GB" sz="2000"/>
          </a:p>
          <a:p>
            <a:pPr marL="285750" indent="-285750">
              <a:buChar char="•"/>
            </a:pPr>
            <a:r>
              <a:rPr lang="en-GB" sz="1800"/>
              <a:t>New feature was grouped based on:</a:t>
            </a:r>
          </a:p>
          <a:p>
            <a:pPr marL="742950" lvl="1" indent="-285750">
              <a:buFont typeface="Courier New"/>
              <a:buChar char="o"/>
            </a:pPr>
            <a:r>
              <a:rPr lang="en-GB" sz="1800" b="1" i="1"/>
              <a:t>Make</a:t>
            </a:r>
          </a:p>
          <a:p>
            <a:pPr marL="742950" lvl="1" indent="-285750">
              <a:buFont typeface="Courier New"/>
              <a:buChar char="o"/>
            </a:pPr>
            <a:r>
              <a:rPr lang="en-GB" sz="1800" b="1" i="1"/>
              <a:t>Model</a:t>
            </a:r>
          </a:p>
          <a:p>
            <a:pPr marL="742950" lvl="1" indent="-285750">
              <a:buFont typeface="Courier New"/>
              <a:buChar char="o"/>
            </a:pPr>
            <a:r>
              <a:rPr lang="en-GB" sz="1800" b="1" i="1"/>
              <a:t>Generation</a:t>
            </a:r>
          </a:p>
          <a:p>
            <a:pPr marL="742950" lvl="1" indent="-285750">
              <a:buFont typeface="Courier New"/>
              <a:buChar char="o"/>
            </a:pPr>
            <a:r>
              <a:rPr lang="en-GB" sz="1800" b="1" i="1"/>
              <a:t>Feature Column</a:t>
            </a:r>
            <a:r>
              <a:rPr lang="en-GB" sz="1800" i="1"/>
              <a:t> (such as </a:t>
            </a:r>
            <a:r>
              <a:rPr lang="en-GB" sz="1800" i="1" err="1"/>
              <a:t>postcode_area</a:t>
            </a:r>
            <a:r>
              <a:rPr lang="en-GB" sz="1800" i="1"/>
              <a:t>)</a:t>
            </a:r>
          </a:p>
        </p:txBody>
      </p:sp>
      <p:graphicFrame>
        <p:nvGraphicFramePr>
          <p:cNvPr id="4" name="Diagram 3">
            <a:extLst>
              <a:ext uri="{FF2B5EF4-FFF2-40B4-BE49-F238E27FC236}">
                <a16:creationId xmlns:a16="http://schemas.microsoft.com/office/drawing/2014/main" id="{64422613-922D-F160-C1A5-9FE332C790D8}"/>
              </a:ext>
            </a:extLst>
          </p:cNvPr>
          <p:cNvGraphicFramePr/>
          <p:nvPr>
            <p:extLst>
              <p:ext uri="{D42A27DB-BD31-4B8C-83A1-F6EECF244321}">
                <p14:modId xmlns:p14="http://schemas.microsoft.com/office/powerpoint/2010/main" val="3066267570"/>
              </p:ext>
            </p:extLst>
          </p:nvPr>
        </p:nvGraphicFramePr>
        <p:xfrm>
          <a:off x="3952738" y="509283"/>
          <a:ext cx="7150613" cy="4417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 name="TextBox 23">
            <a:extLst>
              <a:ext uri="{FF2B5EF4-FFF2-40B4-BE49-F238E27FC236}">
                <a16:creationId xmlns:a16="http://schemas.microsoft.com/office/drawing/2014/main" id="{DCED6F25-5143-B95F-9D2A-4FE082276C40}"/>
              </a:ext>
            </a:extLst>
          </p:cNvPr>
          <p:cNvSpPr txBox="1"/>
          <p:nvPr/>
        </p:nvSpPr>
        <p:spPr>
          <a:xfrm>
            <a:off x="183134" y="197007"/>
            <a:ext cx="420900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latin typeface="Neue Haas Grotesk Text Pro"/>
              </a:rPr>
              <a:t>Feature Engineering 2:</a:t>
            </a:r>
            <a:endParaRPr lang="en-US" sz="2400"/>
          </a:p>
        </p:txBody>
      </p:sp>
      <p:sp>
        <p:nvSpPr>
          <p:cNvPr id="25" name="TextBox 24">
            <a:extLst>
              <a:ext uri="{FF2B5EF4-FFF2-40B4-BE49-F238E27FC236}">
                <a16:creationId xmlns:a16="http://schemas.microsoft.com/office/drawing/2014/main" id="{FC8297B9-0FD0-E5F4-4AAF-70D581DCA22C}"/>
              </a:ext>
            </a:extLst>
          </p:cNvPr>
          <p:cNvSpPr txBox="1"/>
          <p:nvPr/>
        </p:nvSpPr>
        <p:spPr>
          <a:xfrm>
            <a:off x="180459" y="2934003"/>
            <a:ext cx="5614513"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800" baseline="0">
                <a:latin typeface="Arial"/>
              </a:rPr>
              <a:t>For each group, the groups </a:t>
            </a:r>
            <a:r>
              <a:rPr lang="en-GB" sz="1800" b="1" baseline="0">
                <a:latin typeface="Arial"/>
              </a:rPr>
              <a:t>mean days to sell</a:t>
            </a:r>
            <a:r>
              <a:rPr lang="en-GB" sz="1800" baseline="0">
                <a:latin typeface="Arial"/>
              </a:rPr>
              <a:t> was applied as a </a:t>
            </a:r>
            <a:r>
              <a:rPr lang="en-GB" sz="1800" b="1" baseline="0">
                <a:latin typeface="Arial"/>
              </a:rPr>
              <a:t>NEW feature: '</a:t>
            </a:r>
            <a:r>
              <a:rPr lang="en-GB" sz="1800" baseline="0" err="1">
                <a:latin typeface="Arial"/>
              </a:rPr>
              <a:t>mmg_feature_dts_avg</a:t>
            </a:r>
            <a:r>
              <a:rPr lang="en-GB" sz="1800" baseline="0">
                <a:latin typeface="Arial"/>
              </a:rPr>
              <a:t>'</a:t>
            </a:r>
            <a:r>
              <a:rPr lang="en-GB" sz="1800">
                <a:latin typeface="Arial"/>
                <a:ea typeface="Arial"/>
                <a:cs typeface="Arial"/>
              </a:rPr>
              <a:t>​</a:t>
            </a:r>
            <a:r>
              <a:rPr lang="en-GB" sz="1800"/>
              <a:t>.</a:t>
            </a:r>
          </a:p>
          <a:p>
            <a:endParaRPr lang="en-GB" sz="1800"/>
          </a:p>
          <a:p>
            <a:endParaRPr lang="en-GB" sz="1600"/>
          </a:p>
          <a:p>
            <a:r>
              <a:rPr lang="en-GB" sz="1600" b="1"/>
              <a:t>Why?</a:t>
            </a:r>
          </a:p>
          <a:p>
            <a:pPr marL="285750" indent="-285750">
              <a:buChar char="•"/>
            </a:pPr>
            <a:r>
              <a:rPr lang="en-GB" sz="1600"/>
              <a:t>Helps identify trends easier</a:t>
            </a:r>
          </a:p>
          <a:p>
            <a:pPr marL="285750" indent="-285750">
              <a:buChar char="•"/>
            </a:pPr>
            <a:r>
              <a:rPr lang="en-GB" sz="1600"/>
              <a:t>Reduces Noise &amp; variability</a:t>
            </a:r>
          </a:p>
        </p:txBody>
      </p:sp>
    </p:spTree>
    <p:extLst>
      <p:ext uri="{BB962C8B-B14F-4D97-AF65-F5344CB8AC3E}">
        <p14:creationId xmlns:p14="http://schemas.microsoft.com/office/powerpoint/2010/main" val="1871784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1F12DCE0-5C0B-2132-629E-224F620309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8729B5-5F81-6532-A728-E700C58A29D4}"/>
              </a:ext>
            </a:extLst>
          </p:cNvPr>
          <p:cNvSpPr txBox="1"/>
          <p:nvPr/>
        </p:nvSpPr>
        <p:spPr>
          <a:xfrm>
            <a:off x="240148" y="229464"/>
            <a:ext cx="5627076" cy="45858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latin typeface="Neue Haas Grotesk Text Pro"/>
              </a:rPr>
              <a:t>Encoding/Transformations:</a:t>
            </a:r>
            <a:endParaRPr lang="en-US"/>
          </a:p>
          <a:p>
            <a:endParaRPr lang="en-GB"/>
          </a:p>
          <a:p>
            <a:endParaRPr lang="en-GB"/>
          </a:p>
          <a:p>
            <a:r>
              <a:rPr lang="en-GB" sz="1600" b="1"/>
              <a:t>Categorical Features:</a:t>
            </a:r>
          </a:p>
          <a:p>
            <a:r>
              <a:rPr lang="en-GB"/>
              <a:t>Utilising Engineered Feature ('</a:t>
            </a:r>
            <a:r>
              <a:rPr lang="en-GB" err="1"/>
              <a:t>mmg_feature_dts_avg</a:t>
            </a:r>
            <a:r>
              <a:rPr lang="en-GB"/>
              <a:t>'):</a:t>
            </a:r>
          </a:p>
          <a:p>
            <a:pPr marL="342900" indent="-342900">
              <a:buAutoNum type="arabicPeriod"/>
            </a:pPr>
            <a:r>
              <a:rPr lang="en-GB"/>
              <a:t>Split into Train/Test (to prevent data leakage)</a:t>
            </a:r>
          </a:p>
          <a:p>
            <a:pPr marL="342900" indent="-342900">
              <a:buAutoNum type="arabicPeriod"/>
            </a:pPr>
            <a:r>
              <a:rPr lang="en-GB"/>
              <a:t>Target Encoded </a:t>
            </a:r>
          </a:p>
          <a:p>
            <a:endParaRPr lang="en-GB"/>
          </a:p>
          <a:p>
            <a:endParaRPr lang="en-GB"/>
          </a:p>
          <a:p>
            <a:r>
              <a:rPr lang="en-GB" b="1"/>
              <a:t>Numerical Features:</a:t>
            </a:r>
          </a:p>
          <a:p>
            <a:r>
              <a:rPr lang="en-GB"/>
              <a:t>Standard Scaler applied on all numeric features</a:t>
            </a:r>
          </a:p>
          <a:p>
            <a:r>
              <a:rPr lang="en-GB"/>
              <a:t>Improves model performance</a:t>
            </a:r>
          </a:p>
          <a:p>
            <a:endParaRPr lang="en-GB"/>
          </a:p>
          <a:p>
            <a:r>
              <a:rPr lang="en-GB"/>
              <a:t>Attempted Box-Cox transformations on days to sell:</a:t>
            </a:r>
          </a:p>
          <a:p>
            <a:r>
              <a:rPr lang="en-GB"/>
              <a:t> - Decreased performance of model</a:t>
            </a:r>
          </a:p>
          <a:p>
            <a:endParaRPr lang="en-GB"/>
          </a:p>
          <a:p>
            <a:endParaRPr lang="en-GB"/>
          </a:p>
          <a:p>
            <a:pPr marL="285750" indent="-285750">
              <a:buAutoNum type="arabicPeriod"/>
            </a:pPr>
            <a:endParaRPr lang="en-GB"/>
          </a:p>
          <a:p>
            <a:endParaRPr lang="en-GB"/>
          </a:p>
          <a:p>
            <a:endParaRPr lang="en-GB"/>
          </a:p>
        </p:txBody>
      </p:sp>
      <p:graphicFrame>
        <p:nvGraphicFramePr>
          <p:cNvPr id="3" name="Diagram 2">
            <a:extLst>
              <a:ext uri="{FF2B5EF4-FFF2-40B4-BE49-F238E27FC236}">
                <a16:creationId xmlns:a16="http://schemas.microsoft.com/office/drawing/2014/main" id="{087CEDDD-6D07-E139-1C83-53A7B306F470}"/>
              </a:ext>
            </a:extLst>
          </p:cNvPr>
          <p:cNvGraphicFramePr/>
          <p:nvPr>
            <p:extLst>
              <p:ext uri="{D42A27DB-BD31-4B8C-83A1-F6EECF244321}">
                <p14:modId xmlns:p14="http://schemas.microsoft.com/office/powerpoint/2010/main" val="2991204448"/>
              </p:ext>
            </p:extLst>
          </p:nvPr>
        </p:nvGraphicFramePr>
        <p:xfrm>
          <a:off x="4483553" y="477611"/>
          <a:ext cx="4572000"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6487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98"/>
        <p:cNvGrpSpPr/>
        <p:nvPr/>
      </p:nvGrpSpPr>
      <p:grpSpPr>
        <a:xfrm>
          <a:off x="0" y="0"/>
          <a:ext cx="0" cy="0"/>
          <a:chOff x="0" y="0"/>
          <a:chExt cx="0" cy="0"/>
        </a:xfrm>
      </p:grpSpPr>
      <p:sp>
        <p:nvSpPr>
          <p:cNvPr id="99" name="Google Shape;99;p16"/>
          <p:cNvSpPr txBox="1"/>
          <p:nvPr/>
        </p:nvSpPr>
        <p:spPr>
          <a:xfrm>
            <a:off x="263157" y="237618"/>
            <a:ext cx="8757680" cy="1046410"/>
          </a:xfrm>
          <a:prstGeom prst="rect">
            <a:avLst/>
          </a:prstGeom>
          <a:noFill/>
          <a:ln>
            <a:noFill/>
          </a:ln>
        </p:spPr>
        <p:txBody>
          <a:bodyPr spcFirstLastPara="1" wrap="square" lIns="91425" tIns="91425" rIns="91425" bIns="91425" anchor="t" anchorCtr="0">
            <a:spAutoFit/>
          </a:bodyPr>
          <a:lstStyle/>
          <a:p>
            <a:r>
              <a:rPr lang="en" sz="2800" b="1">
                <a:solidFill>
                  <a:srgbClr val="222B5E"/>
                </a:solidFill>
              </a:rPr>
              <a:t>3 Types of Vehicles: </a:t>
            </a:r>
            <a:r>
              <a:rPr lang="en" sz="2800">
                <a:solidFill>
                  <a:srgbClr val="222B5E"/>
                </a:solidFill>
              </a:rPr>
              <a:t>They will use </a:t>
            </a:r>
            <a:r>
              <a:rPr lang="en" sz="2800" b="1">
                <a:solidFill>
                  <a:srgbClr val="222B5E"/>
                </a:solidFill>
              </a:rPr>
              <a:t>different</a:t>
            </a:r>
            <a:r>
              <a:rPr lang="en" sz="2800">
                <a:solidFill>
                  <a:srgbClr val="222B5E"/>
                </a:solidFill>
              </a:rPr>
              <a:t> features.</a:t>
            </a:r>
          </a:p>
        </p:txBody>
      </p:sp>
      <p:grpSp>
        <p:nvGrpSpPr>
          <p:cNvPr id="101" name="Google Shape;101;p16"/>
          <p:cNvGrpSpPr/>
          <p:nvPr/>
        </p:nvGrpSpPr>
        <p:grpSpPr>
          <a:xfrm>
            <a:off x="1271048" y="1047818"/>
            <a:ext cx="1585482" cy="3047873"/>
            <a:chOff x="1099875" y="1448244"/>
            <a:chExt cx="1667700" cy="3205925"/>
          </a:xfrm>
        </p:grpSpPr>
        <p:sp>
          <p:nvSpPr>
            <p:cNvPr id="102" name="Google Shape;102;p16"/>
            <p:cNvSpPr/>
            <p:nvPr/>
          </p:nvSpPr>
          <p:spPr>
            <a:xfrm rot="-5400000">
              <a:off x="1099875" y="1448244"/>
              <a:ext cx="1667700" cy="1667700"/>
            </a:xfrm>
            <a:prstGeom prst="flowChartDelay">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6"/>
            <p:cNvSpPr/>
            <p:nvPr/>
          </p:nvSpPr>
          <p:spPr>
            <a:xfrm rot="-5400000" flipH="1">
              <a:off x="1149825" y="3036419"/>
              <a:ext cx="1567800" cy="1667700"/>
            </a:xfrm>
            <a:prstGeom prst="flowChartDelay">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3" name="Google Shape;113;p16"/>
          <p:cNvSpPr txBox="1"/>
          <p:nvPr/>
        </p:nvSpPr>
        <p:spPr>
          <a:xfrm>
            <a:off x="1569718" y="2803523"/>
            <a:ext cx="988200" cy="430857"/>
          </a:xfrm>
          <a:prstGeom prst="rect">
            <a:avLst/>
          </a:prstGeom>
          <a:noFill/>
          <a:ln>
            <a:noFill/>
          </a:ln>
        </p:spPr>
        <p:txBody>
          <a:bodyPr spcFirstLastPara="1" wrap="square" lIns="91425" tIns="91425" rIns="91425" bIns="91425" anchor="t" anchorCtr="0">
            <a:spAutoFit/>
          </a:bodyPr>
          <a:lstStyle/>
          <a:p>
            <a:pPr algn="ctr"/>
            <a:r>
              <a:rPr lang="en" sz="1600">
                <a:solidFill>
                  <a:srgbClr val="F3F5FF"/>
                </a:solidFill>
              </a:rPr>
              <a:t>General </a:t>
            </a:r>
          </a:p>
        </p:txBody>
      </p:sp>
      <p:cxnSp>
        <p:nvCxnSpPr>
          <p:cNvPr id="116" name="Google Shape;116;p16"/>
          <p:cNvCxnSpPr/>
          <p:nvPr/>
        </p:nvCxnSpPr>
        <p:spPr>
          <a:xfrm>
            <a:off x="2798380" y="2586797"/>
            <a:ext cx="1083900" cy="0"/>
          </a:xfrm>
          <a:prstGeom prst="straightConnector1">
            <a:avLst/>
          </a:prstGeom>
          <a:noFill/>
          <a:ln w="28575" cap="flat" cmpd="sng">
            <a:solidFill>
              <a:srgbClr val="B11212"/>
            </a:solidFill>
            <a:prstDash val="solid"/>
            <a:round/>
            <a:headEnd type="oval" w="med" len="med"/>
            <a:tailEnd type="triangle" w="med" len="med"/>
          </a:ln>
        </p:spPr>
      </p:cxnSp>
      <p:cxnSp>
        <p:nvCxnSpPr>
          <p:cNvPr id="117" name="Google Shape;117;p16"/>
          <p:cNvCxnSpPr/>
          <p:nvPr/>
        </p:nvCxnSpPr>
        <p:spPr>
          <a:xfrm>
            <a:off x="5284441" y="2586785"/>
            <a:ext cx="1083900" cy="0"/>
          </a:xfrm>
          <a:prstGeom prst="straightConnector1">
            <a:avLst/>
          </a:prstGeom>
          <a:noFill/>
          <a:ln w="28575" cap="flat" cmpd="sng">
            <a:solidFill>
              <a:srgbClr val="B11212"/>
            </a:solidFill>
            <a:prstDash val="solid"/>
            <a:round/>
            <a:headEnd type="oval" w="med" len="med"/>
            <a:tailEnd type="triangle" w="med" len="med"/>
          </a:ln>
        </p:spPr>
      </p:cxnSp>
      <p:grpSp>
        <p:nvGrpSpPr>
          <p:cNvPr id="3" name="Group 2">
            <a:extLst>
              <a:ext uri="{FF2B5EF4-FFF2-40B4-BE49-F238E27FC236}">
                <a16:creationId xmlns:a16="http://schemas.microsoft.com/office/drawing/2014/main" id="{9F50C45C-FD04-6B71-A056-91B172EB6DCA}"/>
              </a:ext>
            </a:extLst>
          </p:cNvPr>
          <p:cNvGrpSpPr/>
          <p:nvPr/>
        </p:nvGrpSpPr>
        <p:grpSpPr>
          <a:xfrm>
            <a:off x="3779256" y="1047818"/>
            <a:ext cx="1585482" cy="3047872"/>
            <a:chOff x="3779256" y="1047818"/>
            <a:chExt cx="1585482" cy="3047872"/>
          </a:xfrm>
        </p:grpSpPr>
        <p:grpSp>
          <p:nvGrpSpPr>
            <p:cNvPr id="104" name="Google Shape;104;p16"/>
            <p:cNvGrpSpPr/>
            <p:nvPr/>
          </p:nvGrpSpPr>
          <p:grpSpPr>
            <a:xfrm>
              <a:off x="3779256" y="1047818"/>
              <a:ext cx="1585482" cy="3047872"/>
              <a:chOff x="3738150" y="1448244"/>
              <a:chExt cx="1667700" cy="3205925"/>
            </a:xfrm>
          </p:grpSpPr>
          <p:sp>
            <p:nvSpPr>
              <p:cNvPr id="105" name="Google Shape;105;p16"/>
              <p:cNvSpPr/>
              <p:nvPr/>
            </p:nvSpPr>
            <p:spPr>
              <a:xfrm rot="-5400000">
                <a:off x="3738150" y="1448244"/>
                <a:ext cx="1667700" cy="1667700"/>
              </a:xfrm>
              <a:prstGeom prst="flowChartDelay">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 name="Google Shape;106;p16"/>
              <p:cNvSpPr/>
              <p:nvPr/>
            </p:nvSpPr>
            <p:spPr>
              <a:xfrm rot="-5400000" flipH="1">
                <a:off x="3788100" y="3036419"/>
                <a:ext cx="1567800" cy="1667700"/>
              </a:xfrm>
              <a:prstGeom prst="flowChartDelay">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5" name="Google Shape;115;p16"/>
            <p:cNvSpPr txBox="1"/>
            <p:nvPr/>
          </p:nvSpPr>
          <p:spPr>
            <a:xfrm>
              <a:off x="4076319" y="2791491"/>
              <a:ext cx="9882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F3F5FF"/>
                  </a:solidFill>
                </a:rPr>
                <a:t>Hybrid</a:t>
              </a:r>
            </a:p>
          </p:txBody>
        </p:sp>
        <p:pic>
          <p:nvPicPr>
            <p:cNvPr id="2" name="Graphic 1" descr="Electric car with solid fill">
              <a:extLst>
                <a:ext uri="{FF2B5EF4-FFF2-40B4-BE49-F238E27FC236}">
                  <a16:creationId xmlns:a16="http://schemas.microsoft.com/office/drawing/2014/main" id="{CBCCC532-7925-F8BC-EF64-C4B7E78F15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88469" y="1657350"/>
              <a:ext cx="1161046" cy="1149015"/>
            </a:xfrm>
            <a:prstGeom prst="rect">
              <a:avLst/>
            </a:prstGeom>
          </p:spPr>
        </p:pic>
      </p:grpSp>
      <p:grpSp>
        <p:nvGrpSpPr>
          <p:cNvPr id="5" name="Group 4">
            <a:extLst>
              <a:ext uri="{FF2B5EF4-FFF2-40B4-BE49-F238E27FC236}">
                <a16:creationId xmlns:a16="http://schemas.microsoft.com/office/drawing/2014/main" id="{411617E5-F048-9A88-4F08-DA5E0BC46752}"/>
              </a:ext>
            </a:extLst>
          </p:cNvPr>
          <p:cNvGrpSpPr/>
          <p:nvPr/>
        </p:nvGrpSpPr>
        <p:grpSpPr>
          <a:xfrm>
            <a:off x="6287464" y="1035786"/>
            <a:ext cx="1585482" cy="3047872"/>
            <a:chOff x="6287464" y="1047818"/>
            <a:chExt cx="1585482" cy="3047872"/>
          </a:xfrm>
        </p:grpSpPr>
        <p:grpSp>
          <p:nvGrpSpPr>
            <p:cNvPr id="107" name="Google Shape;107;p16"/>
            <p:cNvGrpSpPr/>
            <p:nvPr/>
          </p:nvGrpSpPr>
          <p:grpSpPr>
            <a:xfrm>
              <a:off x="6287464" y="1047818"/>
              <a:ext cx="1585482" cy="3047872"/>
              <a:chOff x="6376425" y="1448244"/>
              <a:chExt cx="1667700" cy="3205925"/>
            </a:xfrm>
          </p:grpSpPr>
          <p:sp>
            <p:nvSpPr>
              <p:cNvPr id="108" name="Google Shape;108;p16"/>
              <p:cNvSpPr/>
              <p:nvPr/>
            </p:nvSpPr>
            <p:spPr>
              <a:xfrm rot="-5400000">
                <a:off x="6376425" y="1448244"/>
                <a:ext cx="1667700" cy="1667700"/>
              </a:xfrm>
              <a:prstGeom prst="flowChartDelay">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16"/>
              <p:cNvSpPr/>
              <p:nvPr/>
            </p:nvSpPr>
            <p:spPr>
              <a:xfrm rot="-5400000" flipH="1">
                <a:off x="6426375" y="3036419"/>
                <a:ext cx="1567800" cy="1667700"/>
              </a:xfrm>
              <a:prstGeom prst="flowChartDelay">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14" name="Google Shape;114;p16"/>
            <p:cNvSpPr txBox="1"/>
            <p:nvPr/>
          </p:nvSpPr>
          <p:spPr>
            <a:xfrm>
              <a:off x="6585549" y="2803523"/>
              <a:ext cx="9882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rgbClr val="F3F5FF"/>
                  </a:solidFill>
                </a:rPr>
                <a:t>Electric</a:t>
              </a:r>
              <a:endParaRPr lang="en-US" sz="1800">
                <a:solidFill>
                  <a:srgbClr val="F3F5FF"/>
                </a:solidFill>
              </a:endParaRPr>
            </a:p>
          </p:txBody>
        </p:sp>
        <p:pic>
          <p:nvPicPr>
            <p:cNvPr id="4" name="Graphic 3" descr="Lightning bolt with solid fill">
              <a:extLst>
                <a:ext uri="{FF2B5EF4-FFF2-40B4-BE49-F238E27FC236}">
                  <a16:creationId xmlns:a16="http://schemas.microsoft.com/office/drawing/2014/main" id="{52E40053-3EBE-C17B-E57C-D3F1ECDA53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63226" y="1801730"/>
              <a:ext cx="1040731" cy="1040731"/>
            </a:xfrm>
            <a:prstGeom prst="rect">
              <a:avLst/>
            </a:prstGeom>
          </p:spPr>
        </p:pic>
      </p:grpSp>
      <p:pic>
        <p:nvPicPr>
          <p:cNvPr id="7" name="Graphic 6" descr="Taxi with solid fill">
            <a:extLst>
              <a:ext uri="{FF2B5EF4-FFF2-40B4-BE49-F238E27FC236}">
                <a16:creationId xmlns:a16="http://schemas.microsoft.com/office/drawing/2014/main" id="{4ECBCB68-8259-B559-B190-2F2E6D5CE1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70121" y="1717508"/>
            <a:ext cx="986589" cy="10166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79">
          <a:extLst>
            <a:ext uri="{FF2B5EF4-FFF2-40B4-BE49-F238E27FC236}">
              <a16:creationId xmlns:a16="http://schemas.microsoft.com/office/drawing/2014/main" id="{E270C74C-49B6-7007-7E7C-4F963A6124F8}"/>
            </a:ext>
          </a:extLst>
        </p:cNvPr>
        <p:cNvGrpSpPr/>
        <p:nvPr/>
      </p:nvGrpSpPr>
      <p:grpSpPr>
        <a:xfrm>
          <a:off x="0" y="0"/>
          <a:ext cx="0" cy="0"/>
          <a:chOff x="0" y="0"/>
          <a:chExt cx="0" cy="0"/>
        </a:xfrm>
      </p:grpSpPr>
      <p:sp>
        <p:nvSpPr>
          <p:cNvPr id="280" name="Google Shape;280;p27">
            <a:extLst>
              <a:ext uri="{FF2B5EF4-FFF2-40B4-BE49-F238E27FC236}">
                <a16:creationId xmlns:a16="http://schemas.microsoft.com/office/drawing/2014/main" id="{03D3940A-018A-424A-6FB3-7B8AEF8D825C}"/>
              </a:ext>
            </a:extLst>
          </p:cNvPr>
          <p:cNvSpPr txBox="1">
            <a:spLocks noGrp="1"/>
          </p:cNvSpPr>
          <p:nvPr>
            <p:ph type="title"/>
          </p:nvPr>
        </p:nvSpPr>
        <p:spPr>
          <a:xfrm>
            <a:off x="1968000" y="2223250"/>
            <a:ext cx="5208000" cy="572700"/>
          </a:xfrm>
          <a:prstGeom prst="rect">
            <a:avLst/>
          </a:prstGeom>
        </p:spPr>
        <p:txBody>
          <a:bodyPr spcFirstLastPara="1" wrap="square" lIns="91425" tIns="91425" rIns="91425" bIns="91425" anchor="t" anchorCtr="0">
            <a:noAutofit/>
          </a:bodyPr>
          <a:lstStyle/>
          <a:p>
            <a:pPr algn="ctr"/>
            <a:r>
              <a:rPr lang="en" sz="3600">
                <a:solidFill>
                  <a:srgbClr val="05255C"/>
                </a:solidFill>
              </a:rPr>
              <a:t>Model Fitting</a:t>
            </a:r>
            <a:endParaRPr lang="en" sz="3600" b="1">
              <a:solidFill>
                <a:srgbClr val="05255C"/>
              </a:solidFill>
            </a:endParaRPr>
          </a:p>
        </p:txBody>
      </p:sp>
      <p:sp>
        <p:nvSpPr>
          <p:cNvPr id="281" name="Google Shape;281;p27">
            <a:extLst>
              <a:ext uri="{FF2B5EF4-FFF2-40B4-BE49-F238E27FC236}">
                <a16:creationId xmlns:a16="http://schemas.microsoft.com/office/drawing/2014/main" id="{307958F7-39B8-6474-0327-2FF95E5A2F56}"/>
              </a:ext>
            </a:extLst>
          </p:cNvPr>
          <p:cNvSpPr txBox="1"/>
          <p:nvPr/>
        </p:nvSpPr>
        <p:spPr>
          <a:xfrm>
            <a:off x="-90325" y="1108500"/>
            <a:ext cx="41712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0" b="1">
                <a:solidFill>
                  <a:srgbClr val="05255C"/>
                </a:solidFill>
              </a:rPr>
              <a:t>3</a:t>
            </a:r>
            <a:r>
              <a:rPr lang="en" sz="30000" b="1">
                <a:solidFill>
                  <a:srgbClr val="B11212"/>
                </a:solidFill>
              </a:rPr>
              <a:t>.</a:t>
            </a:r>
            <a:endParaRPr sz="30000" b="1">
              <a:solidFill>
                <a:srgbClr val="B11212"/>
              </a:solidFill>
            </a:endParaRPr>
          </a:p>
        </p:txBody>
      </p:sp>
    </p:spTree>
    <p:extLst>
      <p:ext uri="{BB962C8B-B14F-4D97-AF65-F5344CB8AC3E}">
        <p14:creationId xmlns:p14="http://schemas.microsoft.com/office/powerpoint/2010/main" val="1281980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2F28C671-45AE-2EE7-B6D8-887B3447F29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EE7D97E-C5CF-1E77-2CC9-13E05E934376}"/>
              </a:ext>
            </a:extLst>
          </p:cNvPr>
          <p:cNvSpPr txBox="1"/>
          <p:nvPr/>
        </p:nvSpPr>
        <p:spPr>
          <a:xfrm>
            <a:off x="778212" y="1284785"/>
            <a:ext cx="778212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00"/>
              <a:t>Each member initially approached processing &amp; model fitting differently and independently.</a:t>
            </a:r>
          </a:p>
          <a:p>
            <a:pPr marL="285750" indent="-285750">
              <a:buChar char="•"/>
            </a:pPr>
            <a:endParaRPr lang="en-US" sz="1800"/>
          </a:p>
          <a:p>
            <a:pPr marL="285750" indent="-285750">
              <a:buChar char="•"/>
            </a:pPr>
            <a:r>
              <a:rPr lang="en-US" sz="1800"/>
              <a:t>Using different scaling &amp; categorical encoding methods.</a:t>
            </a:r>
          </a:p>
          <a:p>
            <a:pPr marL="285750" indent="-285750">
              <a:buChar char="•"/>
            </a:pPr>
            <a:endParaRPr lang="en-US" sz="1800"/>
          </a:p>
          <a:p>
            <a:pPr marL="285750" indent="-285750">
              <a:buChar char="•"/>
            </a:pPr>
            <a:r>
              <a:rPr lang="en-US" sz="1800"/>
              <a:t>We all used very similar algorithms (e.g. random forests).</a:t>
            </a:r>
          </a:p>
          <a:p>
            <a:pPr marL="285750" indent="-285750">
              <a:buChar char="•"/>
            </a:pPr>
            <a:endParaRPr lang="en-US" sz="1800"/>
          </a:p>
          <a:p>
            <a:pPr marL="285750" indent="-285750">
              <a:buChar char="•"/>
            </a:pPr>
            <a:r>
              <a:rPr lang="en-US" sz="1800"/>
              <a:t>It produced a wide range of results &amp; differing models claimed other features to be more significant.</a:t>
            </a:r>
          </a:p>
          <a:p>
            <a:pPr marL="285750" indent="-285750">
              <a:buChar char="•"/>
            </a:pPr>
            <a:endParaRPr lang="en-US" sz="1800"/>
          </a:p>
          <a:p>
            <a:pPr marL="285750" indent="-285750">
              <a:buChar char="•"/>
            </a:pPr>
            <a:r>
              <a:rPr lang="en-US" sz="1800"/>
              <a:t>We decided to use the dataset that grouped make-model-gen-col using their </a:t>
            </a:r>
            <a:r>
              <a:rPr lang="en-US" sz="1800" err="1"/>
              <a:t>days_to_sell</a:t>
            </a:r>
            <a:r>
              <a:rPr lang="en-US" sz="1800"/>
              <a:t> mean value due to model performance!</a:t>
            </a:r>
          </a:p>
        </p:txBody>
      </p:sp>
      <p:sp>
        <p:nvSpPr>
          <p:cNvPr id="2" name="TextBox 1">
            <a:extLst>
              <a:ext uri="{FF2B5EF4-FFF2-40B4-BE49-F238E27FC236}">
                <a16:creationId xmlns:a16="http://schemas.microsoft.com/office/drawing/2014/main" id="{DF321EC3-2A9C-6BF2-A4F0-DAF1AEA70F7B}"/>
              </a:ext>
            </a:extLst>
          </p:cNvPr>
          <p:cNvSpPr txBox="1"/>
          <p:nvPr/>
        </p:nvSpPr>
        <p:spPr>
          <a:xfrm>
            <a:off x="458647" y="549074"/>
            <a:ext cx="808925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rPr>
              <a:t>SIDENOTE: Deciding on a chosen model &amp; Solution...</a:t>
            </a:r>
            <a:r>
              <a:rPr lang="en-GB" sz="2400"/>
              <a:t>​</a:t>
            </a:r>
          </a:p>
        </p:txBody>
      </p:sp>
    </p:spTree>
    <p:extLst>
      <p:ext uri="{BB962C8B-B14F-4D97-AF65-F5344CB8AC3E}">
        <p14:creationId xmlns:p14="http://schemas.microsoft.com/office/powerpoint/2010/main" val="2860169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978C2815-8EC9-4B02-1F47-7AC7C3BA01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735D5F-5CA7-FB96-E116-6737500C5109}"/>
              </a:ext>
            </a:extLst>
          </p:cNvPr>
          <p:cNvSpPr txBox="1"/>
          <p:nvPr/>
        </p:nvSpPr>
        <p:spPr>
          <a:xfrm>
            <a:off x="88832" y="3722079"/>
            <a:ext cx="1597304"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i="1">
                <a:solidFill>
                  <a:schemeClr val="tx1">
                    <a:lumMod val="65000"/>
                  </a:schemeClr>
                </a:solidFill>
                <a:hlinkClick r:id="rId3">
                  <a:extLst>
                    <a:ext uri="{A12FA001-AC4F-418D-AE19-62706E023703}">
                      <ahyp:hlinkClr xmlns:ahyp="http://schemas.microsoft.com/office/drawing/2018/hyperlinkcolor" val="tx"/>
                    </a:ext>
                  </a:extLst>
                </a:hlinkClick>
              </a:rPr>
              <a:t>https://levelup.gitconnected.com/random-forest-regression-209c0f354c84</a:t>
            </a:r>
            <a:endParaRPr lang="en-US" sz="600" i="1">
              <a:solidFill>
                <a:schemeClr val="tx1">
                  <a:lumMod val="65000"/>
                </a:schemeClr>
              </a:solidFill>
            </a:endParaRPr>
          </a:p>
          <a:p>
            <a:r>
              <a:rPr lang="en-US" sz="600" i="1">
                <a:solidFill>
                  <a:schemeClr val="tx1">
                    <a:lumMod val="65000"/>
                  </a:schemeClr>
                </a:solidFill>
                <a:hlinkClick r:id="rId4">
                  <a:extLst>
                    <a:ext uri="{A12FA001-AC4F-418D-AE19-62706E023703}">
                      <ahyp:hlinkClr xmlns:ahyp="http://schemas.microsoft.com/office/drawing/2018/hyperlinkcolor" val="tx"/>
                    </a:ext>
                  </a:extLst>
                </a:hlinkClick>
              </a:rPr>
              <a:t>https://pub.towardsai.net/understanding-k-nearest-neighbors-a-simple-approach-to-classification-and-regression-e4b30b37f151</a:t>
            </a:r>
            <a:endParaRPr lang="en-US" sz="600" i="1">
              <a:solidFill>
                <a:schemeClr val="tx1">
                  <a:lumMod val="65000"/>
                </a:schemeClr>
              </a:solidFill>
            </a:endParaRPr>
          </a:p>
          <a:p>
            <a:r>
              <a:rPr lang="en-US" sz="600" i="1">
                <a:solidFill>
                  <a:schemeClr val="tx1">
                    <a:lumMod val="65000"/>
                  </a:schemeClr>
                </a:solidFill>
                <a:hlinkClick r:id="rId5">
                  <a:extLst>
                    <a:ext uri="{A12FA001-AC4F-418D-AE19-62706E023703}">
                      <ahyp:hlinkClr xmlns:ahyp="http://schemas.microsoft.com/office/drawing/2018/hyperlinkcolor" val="tx"/>
                    </a:ext>
                  </a:extLst>
                </a:hlinkClick>
              </a:rPr>
              <a:t>https://www.researchgate.net/figure/Schematical-representation-of-gradient-boosting-regression-in-regards-to-algorithm_fig3_340524896</a:t>
            </a:r>
            <a:endParaRPr lang="en-US" sz="600" i="1">
              <a:solidFill>
                <a:schemeClr val="tx1">
                  <a:lumMod val="65000"/>
                </a:schemeClr>
              </a:solidFill>
            </a:endParaRPr>
          </a:p>
          <a:p>
            <a:r>
              <a:rPr lang="en-US" sz="600" i="1">
                <a:solidFill>
                  <a:schemeClr val="tx1">
                    <a:lumMod val="65000"/>
                  </a:schemeClr>
                </a:solidFill>
              </a:rPr>
              <a:t>https://medium.com/@tyagi.lekhansh/lasso-vs-ridge-regression-a-detailed-comparison-140f7832c624</a:t>
            </a:r>
          </a:p>
        </p:txBody>
      </p:sp>
      <p:sp>
        <p:nvSpPr>
          <p:cNvPr id="2" name="TextBox 1">
            <a:extLst>
              <a:ext uri="{FF2B5EF4-FFF2-40B4-BE49-F238E27FC236}">
                <a16:creationId xmlns:a16="http://schemas.microsoft.com/office/drawing/2014/main" id="{B7A26849-E57D-B2F7-FCA2-002C81BE9422}"/>
              </a:ext>
            </a:extLst>
          </p:cNvPr>
          <p:cNvSpPr txBox="1"/>
          <p:nvPr/>
        </p:nvSpPr>
        <p:spPr>
          <a:xfrm>
            <a:off x="269217" y="181512"/>
            <a:ext cx="778119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3200" b="1">
                <a:solidFill>
                  <a:srgbClr val="222B5E"/>
                </a:solidFill>
                <a:latin typeface="Neue Haas Grotesk Text Pro"/>
              </a:rPr>
              <a:t>Regression Models Used:</a:t>
            </a:r>
            <a:endParaRPr lang="en-US"/>
          </a:p>
        </p:txBody>
      </p:sp>
      <p:pic>
        <p:nvPicPr>
          <p:cNvPr id="4" name="Picture 3" descr="Random Forest Regression. Random Forest ...">
            <a:extLst>
              <a:ext uri="{FF2B5EF4-FFF2-40B4-BE49-F238E27FC236}">
                <a16:creationId xmlns:a16="http://schemas.microsoft.com/office/drawing/2014/main" id="{7B8D9DBA-1C87-A5CF-5F0F-42FE993E6F94}"/>
              </a:ext>
            </a:extLst>
          </p:cNvPr>
          <p:cNvPicPr>
            <a:picLocks noChangeAspect="1"/>
          </p:cNvPicPr>
          <p:nvPr/>
        </p:nvPicPr>
        <p:blipFill>
          <a:blip r:embed="rId6"/>
          <a:stretch>
            <a:fillRect/>
          </a:stretch>
        </p:blipFill>
        <p:spPr>
          <a:xfrm>
            <a:off x="267113" y="916288"/>
            <a:ext cx="2474972" cy="1910835"/>
          </a:xfrm>
          <a:prstGeom prst="rect">
            <a:avLst/>
          </a:prstGeom>
        </p:spPr>
      </p:pic>
      <p:pic>
        <p:nvPicPr>
          <p:cNvPr id="6" name="Picture 5" descr="Understanding K-Nearest Neighbors (KNN ...">
            <a:extLst>
              <a:ext uri="{FF2B5EF4-FFF2-40B4-BE49-F238E27FC236}">
                <a16:creationId xmlns:a16="http://schemas.microsoft.com/office/drawing/2014/main" id="{990EF4AE-CE23-FE9D-F9D6-BE587C8B117C}"/>
              </a:ext>
            </a:extLst>
          </p:cNvPr>
          <p:cNvPicPr>
            <a:picLocks noChangeAspect="1"/>
          </p:cNvPicPr>
          <p:nvPr/>
        </p:nvPicPr>
        <p:blipFill>
          <a:blip r:embed="rId7"/>
          <a:stretch>
            <a:fillRect/>
          </a:stretch>
        </p:blipFill>
        <p:spPr>
          <a:xfrm>
            <a:off x="6321774" y="914449"/>
            <a:ext cx="2647424" cy="1907280"/>
          </a:xfrm>
          <a:prstGeom prst="rect">
            <a:avLst/>
          </a:prstGeom>
        </p:spPr>
      </p:pic>
      <p:pic>
        <p:nvPicPr>
          <p:cNvPr id="7" name="Picture 6" descr="gradient boosting regression ...">
            <a:extLst>
              <a:ext uri="{FF2B5EF4-FFF2-40B4-BE49-F238E27FC236}">
                <a16:creationId xmlns:a16="http://schemas.microsoft.com/office/drawing/2014/main" id="{29F6483D-0117-39C0-99DE-A857DE75ECBD}"/>
              </a:ext>
            </a:extLst>
          </p:cNvPr>
          <p:cNvPicPr>
            <a:picLocks noChangeAspect="1"/>
          </p:cNvPicPr>
          <p:nvPr/>
        </p:nvPicPr>
        <p:blipFill>
          <a:blip r:embed="rId8"/>
          <a:stretch>
            <a:fillRect/>
          </a:stretch>
        </p:blipFill>
        <p:spPr>
          <a:xfrm>
            <a:off x="3283987" y="917865"/>
            <a:ext cx="2704842" cy="1911175"/>
          </a:xfrm>
          <a:prstGeom prst="rect">
            <a:avLst/>
          </a:prstGeom>
        </p:spPr>
      </p:pic>
      <p:pic>
        <p:nvPicPr>
          <p:cNvPr id="9" name="Picture 8" descr="Lasso vs. Ridge Regression: A Detailed ...">
            <a:extLst>
              <a:ext uri="{FF2B5EF4-FFF2-40B4-BE49-F238E27FC236}">
                <a16:creationId xmlns:a16="http://schemas.microsoft.com/office/drawing/2014/main" id="{5468EC24-8E6F-8DD8-A656-1586CFD7ECF6}"/>
              </a:ext>
            </a:extLst>
          </p:cNvPr>
          <p:cNvPicPr>
            <a:picLocks noChangeAspect="1"/>
          </p:cNvPicPr>
          <p:nvPr/>
        </p:nvPicPr>
        <p:blipFill>
          <a:blip r:embed="rId9"/>
          <a:stretch>
            <a:fillRect/>
          </a:stretch>
        </p:blipFill>
        <p:spPr>
          <a:xfrm>
            <a:off x="2095097" y="3099683"/>
            <a:ext cx="5085251" cy="1906188"/>
          </a:xfrm>
          <a:prstGeom prst="rect">
            <a:avLst/>
          </a:prstGeom>
        </p:spPr>
      </p:pic>
      <p:sp>
        <p:nvSpPr>
          <p:cNvPr id="5" name="TextBox 4">
            <a:extLst>
              <a:ext uri="{FF2B5EF4-FFF2-40B4-BE49-F238E27FC236}">
                <a16:creationId xmlns:a16="http://schemas.microsoft.com/office/drawing/2014/main" id="{A3C7C7C8-FE28-F76B-4B3F-12C0FF414E11}"/>
              </a:ext>
            </a:extLst>
          </p:cNvPr>
          <p:cNvSpPr txBox="1"/>
          <p:nvPr/>
        </p:nvSpPr>
        <p:spPr>
          <a:xfrm>
            <a:off x="661481" y="2786942"/>
            <a:ext cx="167872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Neue Haas Grotesk Text Pro"/>
              </a:rPr>
              <a:t>Random Forests</a:t>
            </a:r>
          </a:p>
        </p:txBody>
      </p:sp>
      <p:sp>
        <p:nvSpPr>
          <p:cNvPr id="8" name="TextBox 7">
            <a:extLst>
              <a:ext uri="{FF2B5EF4-FFF2-40B4-BE49-F238E27FC236}">
                <a16:creationId xmlns:a16="http://schemas.microsoft.com/office/drawing/2014/main" id="{7EA316EC-65CB-5F9A-6E7A-7D8CD33A862F}"/>
              </a:ext>
            </a:extLst>
          </p:cNvPr>
          <p:cNvSpPr txBox="1"/>
          <p:nvPr/>
        </p:nvSpPr>
        <p:spPr>
          <a:xfrm>
            <a:off x="3550693" y="2788825"/>
            <a:ext cx="2340602" cy="3150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Gradient Boosted Trees</a:t>
            </a:r>
          </a:p>
        </p:txBody>
      </p:sp>
      <p:sp>
        <p:nvSpPr>
          <p:cNvPr id="10" name="TextBox 9">
            <a:extLst>
              <a:ext uri="{FF2B5EF4-FFF2-40B4-BE49-F238E27FC236}">
                <a16:creationId xmlns:a16="http://schemas.microsoft.com/office/drawing/2014/main" id="{B44E4894-1DF0-7B39-1C68-202CD051FC60}"/>
              </a:ext>
            </a:extLst>
          </p:cNvPr>
          <p:cNvSpPr txBox="1"/>
          <p:nvPr/>
        </p:nvSpPr>
        <p:spPr>
          <a:xfrm>
            <a:off x="7508976" y="2824401"/>
            <a:ext cx="58666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t>KNN</a:t>
            </a:r>
          </a:p>
        </p:txBody>
      </p:sp>
      <p:sp>
        <p:nvSpPr>
          <p:cNvPr id="11" name="TextBox 10">
            <a:extLst>
              <a:ext uri="{FF2B5EF4-FFF2-40B4-BE49-F238E27FC236}">
                <a16:creationId xmlns:a16="http://schemas.microsoft.com/office/drawing/2014/main" id="{2C7C32C6-B633-8990-4765-34AF60FE0FDB}"/>
              </a:ext>
            </a:extLst>
          </p:cNvPr>
          <p:cNvSpPr txBox="1"/>
          <p:nvPr/>
        </p:nvSpPr>
        <p:spPr>
          <a:xfrm>
            <a:off x="7006646" y="3847986"/>
            <a:ext cx="217312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t>Linear, Lasso &amp; Ridge </a:t>
            </a:r>
            <a:endParaRPr lang="en-US"/>
          </a:p>
          <a:p>
            <a:pPr algn="ctr"/>
            <a:r>
              <a:rPr lang="en-GB"/>
              <a:t>Regression</a:t>
            </a:r>
          </a:p>
          <a:p>
            <a:pPr algn="ctr"/>
            <a:endParaRPr lang="en-GB"/>
          </a:p>
        </p:txBody>
      </p:sp>
    </p:spTree>
    <p:extLst>
      <p:ext uri="{BB962C8B-B14F-4D97-AF65-F5344CB8AC3E}">
        <p14:creationId xmlns:p14="http://schemas.microsoft.com/office/powerpoint/2010/main" val="4020693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32">
          <a:extLst>
            <a:ext uri="{FF2B5EF4-FFF2-40B4-BE49-F238E27FC236}">
              <a16:creationId xmlns:a16="http://schemas.microsoft.com/office/drawing/2014/main" id="{687004FC-7BF8-41D3-B687-5D21DC7BD4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F7D4D6-C0C5-4DA1-8412-E9BC0780DC7F}"/>
              </a:ext>
            </a:extLst>
          </p:cNvPr>
          <p:cNvSpPr txBox="1"/>
          <p:nvPr/>
        </p:nvSpPr>
        <p:spPr>
          <a:xfrm>
            <a:off x="250994" y="3907446"/>
            <a:ext cx="417841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Numerical </a:t>
            </a:r>
            <a:r>
              <a:rPr lang="en-GB" sz="2000"/>
              <a:t>Features</a:t>
            </a:r>
            <a:r>
              <a:rPr lang="en-GB" sz="2000" b="1"/>
              <a:t>: </a:t>
            </a:r>
            <a:endParaRPr lang="en-US"/>
          </a:p>
          <a:p>
            <a:r>
              <a:rPr lang="en-GB" sz="2000"/>
              <a:t>Performance &amp; Importance </a:t>
            </a:r>
            <a:endParaRPr lang="en-GB" sz="2000" b="1">
              <a:solidFill>
                <a:schemeClr val="bg1"/>
              </a:solidFill>
            </a:endParaRPr>
          </a:p>
          <a:p>
            <a:r>
              <a:rPr lang="en-GB" sz="2000">
                <a:solidFill>
                  <a:srgbClr val="FF0000"/>
                </a:solidFill>
              </a:rPr>
              <a:t>Selected by r^2 score &gt;0.2</a:t>
            </a:r>
          </a:p>
        </p:txBody>
      </p:sp>
      <p:pic>
        <p:nvPicPr>
          <p:cNvPr id="2" name="Picture 1">
            <a:extLst>
              <a:ext uri="{FF2B5EF4-FFF2-40B4-BE49-F238E27FC236}">
                <a16:creationId xmlns:a16="http://schemas.microsoft.com/office/drawing/2014/main" id="{04B8FA20-D231-E9AC-04F0-3DFD1D69B3ED}"/>
              </a:ext>
            </a:extLst>
          </p:cNvPr>
          <p:cNvPicPr>
            <a:picLocks noChangeAspect="1"/>
          </p:cNvPicPr>
          <p:nvPr/>
        </p:nvPicPr>
        <p:blipFill>
          <a:blip r:embed="rId3"/>
          <a:stretch>
            <a:fillRect/>
          </a:stretch>
        </p:blipFill>
        <p:spPr>
          <a:xfrm>
            <a:off x="4807200" y="0"/>
            <a:ext cx="4338828" cy="5143500"/>
          </a:xfrm>
          <a:prstGeom prst="rect">
            <a:avLst/>
          </a:prstGeom>
        </p:spPr>
      </p:pic>
      <p:sp>
        <p:nvSpPr>
          <p:cNvPr id="5" name="Rectangle 4">
            <a:extLst>
              <a:ext uri="{FF2B5EF4-FFF2-40B4-BE49-F238E27FC236}">
                <a16:creationId xmlns:a16="http://schemas.microsoft.com/office/drawing/2014/main" id="{C8DAA1E3-E24E-7A64-EC38-D1773EDEC027}"/>
              </a:ext>
            </a:extLst>
          </p:cNvPr>
          <p:cNvSpPr/>
          <p:nvPr/>
        </p:nvSpPr>
        <p:spPr>
          <a:xfrm>
            <a:off x="6309742" y="225136"/>
            <a:ext cx="2834257" cy="216477"/>
          </a:xfrm>
          <a:prstGeom prst="rect">
            <a:avLst/>
          </a:prstGeom>
          <a:noFill/>
          <a:ln w="28575">
            <a:solidFill>
              <a:schemeClr val="tx1"/>
            </a:solidFill>
          </a:ln>
          <a:effectLst>
            <a:outerShdw blurRad="63500" dist="38100" dir="2700000">
              <a:srgbClr val="000000">
                <a:alpha val="40000"/>
              </a:srgbClr>
            </a:outerShdw>
            <a:reflection stA="46000" endPos="54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29AA29C-7D19-B247-D89E-CA0782E31498}"/>
              </a:ext>
            </a:extLst>
          </p:cNvPr>
          <p:cNvSpPr txBox="1"/>
          <p:nvPr/>
        </p:nvSpPr>
        <p:spPr>
          <a:xfrm>
            <a:off x="291988" y="221761"/>
            <a:ext cx="418812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222B5E"/>
                </a:solidFill>
                <a:latin typeface="Neue Haas Grotesk Text Pro"/>
              </a:rPr>
              <a:t>Feature Performance (General Vehicles)</a:t>
            </a:r>
          </a:p>
        </p:txBody>
      </p:sp>
      <p:sp>
        <p:nvSpPr>
          <p:cNvPr id="3" name="TextBox 2">
            <a:extLst>
              <a:ext uri="{FF2B5EF4-FFF2-40B4-BE49-F238E27FC236}">
                <a16:creationId xmlns:a16="http://schemas.microsoft.com/office/drawing/2014/main" id="{4B9C126D-9914-2E1A-D2AA-ECF7F41CFED6}"/>
              </a:ext>
            </a:extLst>
          </p:cNvPr>
          <p:cNvSpPr txBox="1"/>
          <p:nvPr/>
        </p:nvSpPr>
        <p:spPr>
          <a:xfrm>
            <a:off x="292356" y="1447606"/>
            <a:ext cx="408894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a:t>Before producing our final model, we fitted a </a:t>
            </a:r>
            <a:r>
              <a:rPr lang="en-GB" sz="1800" b="1"/>
              <a:t>Random Forest</a:t>
            </a:r>
            <a:r>
              <a:rPr lang="en-GB" sz="1800"/>
              <a:t> on our categorical &amp; numerical training data. Examining each features r^2 score, determining how well that feature explains the </a:t>
            </a:r>
            <a:r>
              <a:rPr lang="en-GB" sz="1800" b="1"/>
              <a:t>variance</a:t>
            </a:r>
            <a:r>
              <a:rPr lang="en-GB" sz="1800"/>
              <a:t> in </a:t>
            </a:r>
            <a:r>
              <a:rPr lang="en-GB" sz="1800" err="1"/>
              <a:t>days_to_sell</a:t>
            </a:r>
            <a:r>
              <a:rPr lang="en-GB" sz="1800"/>
              <a:t>.</a:t>
            </a:r>
          </a:p>
        </p:txBody>
      </p:sp>
    </p:spTree>
    <p:extLst>
      <p:ext uri="{BB962C8B-B14F-4D97-AF65-F5344CB8AC3E}">
        <p14:creationId xmlns:p14="http://schemas.microsoft.com/office/powerpoint/2010/main" val="3318467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F11363BF-5456-57DF-E100-EA6874901D56}"/>
            </a:ext>
          </a:extLst>
        </p:cNvPr>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7D0C378A-4924-D802-DCBA-DF73539092D3}"/>
              </a:ext>
            </a:extLst>
          </p:cNvPr>
          <p:cNvPicPr>
            <a:picLocks noChangeAspect="1"/>
          </p:cNvPicPr>
          <p:nvPr/>
        </p:nvPicPr>
        <p:blipFill>
          <a:blip r:embed="rId3"/>
          <a:stretch>
            <a:fillRect/>
          </a:stretch>
        </p:blipFill>
        <p:spPr>
          <a:xfrm>
            <a:off x="3685" y="-3055"/>
            <a:ext cx="4844988" cy="5149610"/>
          </a:xfrm>
          <a:prstGeom prst="rect">
            <a:avLst/>
          </a:prstGeom>
        </p:spPr>
      </p:pic>
      <p:sp>
        <p:nvSpPr>
          <p:cNvPr id="4" name="TextBox 3">
            <a:extLst>
              <a:ext uri="{FF2B5EF4-FFF2-40B4-BE49-F238E27FC236}">
                <a16:creationId xmlns:a16="http://schemas.microsoft.com/office/drawing/2014/main" id="{A5843EF3-2A6B-06A8-4667-EF4BAF96E370}"/>
              </a:ext>
            </a:extLst>
          </p:cNvPr>
          <p:cNvSpPr txBox="1"/>
          <p:nvPr/>
        </p:nvSpPr>
        <p:spPr>
          <a:xfrm>
            <a:off x="5290877" y="2220330"/>
            <a:ext cx="365370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Categorical</a:t>
            </a:r>
            <a:r>
              <a:rPr lang="en-GB" sz="2000"/>
              <a:t> Features: Performance &amp; Importance </a:t>
            </a:r>
            <a:endParaRPr lang="en-GB" sz="2000" b="1">
              <a:solidFill>
                <a:schemeClr val="bg1"/>
              </a:solidFill>
            </a:endParaRPr>
          </a:p>
          <a:p>
            <a:r>
              <a:rPr lang="en-GB" sz="2000">
                <a:solidFill>
                  <a:srgbClr val="FF0000"/>
                </a:solidFill>
              </a:rPr>
              <a:t>Selected by r^2 score &gt; 0.19</a:t>
            </a:r>
          </a:p>
        </p:txBody>
      </p:sp>
      <p:sp>
        <p:nvSpPr>
          <p:cNvPr id="3" name="Rectangle 2">
            <a:extLst>
              <a:ext uri="{FF2B5EF4-FFF2-40B4-BE49-F238E27FC236}">
                <a16:creationId xmlns:a16="http://schemas.microsoft.com/office/drawing/2014/main" id="{EA77CDBF-3F80-CD8B-DFD1-9B620FB38954}"/>
              </a:ext>
            </a:extLst>
          </p:cNvPr>
          <p:cNvSpPr/>
          <p:nvPr/>
        </p:nvSpPr>
        <p:spPr>
          <a:xfrm>
            <a:off x="381000" y="3178342"/>
            <a:ext cx="4441657" cy="188494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09CC3896-8E28-796E-1C3D-BD642B755DCC}"/>
              </a:ext>
            </a:extLst>
          </p:cNvPr>
          <p:cNvSpPr txBox="1"/>
          <p:nvPr/>
        </p:nvSpPr>
        <p:spPr>
          <a:xfrm>
            <a:off x="5335711" y="287278"/>
            <a:ext cx="356270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2400" b="1">
                <a:solidFill>
                  <a:srgbClr val="222B5E"/>
                </a:solidFill>
                <a:latin typeface="Neue Haas Grotesk Text Pro"/>
              </a:rPr>
              <a:t>Feature Performance</a:t>
            </a:r>
            <a:endParaRPr lang="en-US"/>
          </a:p>
          <a:p>
            <a:pPr algn="r"/>
            <a:r>
              <a:rPr lang="en-GB" sz="2400" b="1">
                <a:solidFill>
                  <a:srgbClr val="222B5E"/>
                </a:solidFill>
                <a:latin typeface="Neue Haas Grotesk Text Pro"/>
              </a:rPr>
              <a:t>(General Vehicles)</a:t>
            </a:r>
            <a:endParaRPr lang="en-GB" sz="2400"/>
          </a:p>
        </p:txBody>
      </p:sp>
    </p:spTree>
    <p:extLst>
      <p:ext uri="{BB962C8B-B14F-4D97-AF65-F5344CB8AC3E}">
        <p14:creationId xmlns:p14="http://schemas.microsoft.com/office/powerpoint/2010/main" val="4286460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88AF4D68-E5E4-530F-15B0-74102C98BE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483B37-9DD7-D51D-EF76-23CF476B2213}"/>
              </a:ext>
            </a:extLst>
          </p:cNvPr>
          <p:cNvSpPr txBox="1"/>
          <p:nvPr/>
        </p:nvSpPr>
        <p:spPr>
          <a:xfrm>
            <a:off x="284504" y="386253"/>
            <a:ext cx="93123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3600" b="1" u="sng">
                <a:solidFill>
                  <a:srgbClr val="222B5E"/>
                </a:solidFill>
                <a:latin typeface="Neue Haas Grotesk Text Pro"/>
              </a:rPr>
              <a:t>Final Features: Ready for Model Fitting</a:t>
            </a:r>
          </a:p>
        </p:txBody>
      </p:sp>
      <p:sp>
        <p:nvSpPr>
          <p:cNvPr id="7" name="TextBox 6">
            <a:extLst>
              <a:ext uri="{FF2B5EF4-FFF2-40B4-BE49-F238E27FC236}">
                <a16:creationId xmlns:a16="http://schemas.microsoft.com/office/drawing/2014/main" id="{D3A3D165-6464-C962-2522-17A1CBB49C8A}"/>
              </a:ext>
            </a:extLst>
          </p:cNvPr>
          <p:cNvSpPr txBox="1"/>
          <p:nvPr/>
        </p:nvSpPr>
        <p:spPr>
          <a:xfrm>
            <a:off x="369380" y="1483374"/>
            <a:ext cx="3271567"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222B5E"/>
                </a:solidFill>
                <a:latin typeface="Neue Haas Grotesk Text Pro"/>
                <a:cs typeface="Segoe UI"/>
              </a:rPr>
              <a:t>General: </a:t>
            </a:r>
            <a:r>
              <a:rPr lang="en-US" sz="2800">
                <a:solidFill>
                  <a:srgbClr val="FFFFFF"/>
                </a:solidFill>
                <a:latin typeface="Neue Haas Grotesk Text Pro"/>
                <a:cs typeface="Segoe UI"/>
              </a:rPr>
              <a:t>​</a:t>
            </a:r>
          </a:p>
          <a:p>
            <a:pPr marL="285750" indent="-285750">
              <a:buFont typeface="Courier New"/>
              <a:buChar char="o"/>
            </a:pPr>
            <a:r>
              <a:rPr lang="en-US" sz="1600">
                <a:solidFill>
                  <a:schemeClr val="bg1"/>
                </a:solidFill>
              </a:rPr>
              <a:t>Postcode area​</a:t>
            </a:r>
          </a:p>
          <a:p>
            <a:pPr marL="285750" indent="-285750">
              <a:buFont typeface="Courier New"/>
              <a:buChar char="o"/>
            </a:pPr>
            <a:r>
              <a:rPr lang="en-US" sz="1600" err="1">
                <a:solidFill>
                  <a:schemeClr val="bg1"/>
                </a:solidFill>
              </a:rPr>
              <a:t>Attention_grabber_category</a:t>
            </a:r>
            <a:r>
              <a:rPr lang="en-US" sz="1600">
                <a:solidFill>
                  <a:schemeClr val="bg1"/>
                </a:solidFill>
              </a:rPr>
              <a:t>​</a:t>
            </a:r>
          </a:p>
          <a:p>
            <a:pPr marL="285750" indent="-285750">
              <a:buFont typeface="Courier New"/>
              <a:buChar char="o"/>
            </a:pPr>
            <a:r>
              <a:rPr lang="en-US" sz="1600">
                <a:solidFill>
                  <a:schemeClr val="bg1"/>
                </a:solidFill>
              </a:rPr>
              <a:t>Price_indicato_rating​</a:t>
            </a:r>
          </a:p>
          <a:p>
            <a:pPr marL="285750" indent="-285750">
              <a:buFont typeface="Courier New"/>
              <a:buChar char="o"/>
            </a:pPr>
            <a:r>
              <a:rPr lang="en-US" sz="1600" err="1">
                <a:solidFill>
                  <a:schemeClr val="bg1"/>
                </a:solidFill>
              </a:rPr>
              <a:t>Colour</a:t>
            </a:r>
            <a:r>
              <a:rPr lang="en-US" sz="1600">
                <a:solidFill>
                  <a:schemeClr val="bg1"/>
                </a:solidFill>
              </a:rPr>
              <a:t>​</a:t>
            </a:r>
          </a:p>
          <a:p>
            <a:pPr marL="285750" indent="-285750">
              <a:buFont typeface="Courier New"/>
              <a:buChar char="o"/>
            </a:pPr>
            <a:r>
              <a:rPr lang="en-US" sz="1600" err="1">
                <a:solidFill>
                  <a:schemeClr val="bg1"/>
                </a:solidFill>
              </a:rPr>
              <a:t>Insurance_group</a:t>
            </a:r>
            <a:r>
              <a:rPr lang="en-US" sz="1600">
                <a:solidFill>
                  <a:schemeClr val="bg1"/>
                </a:solidFill>
              </a:rPr>
              <a:t>​</a:t>
            </a:r>
          </a:p>
          <a:p>
            <a:pPr marL="285750" indent="-285750">
              <a:buFont typeface="Courier New"/>
              <a:buChar char="o"/>
            </a:pPr>
            <a:r>
              <a:rPr lang="en-US" sz="1600" err="1">
                <a:solidFill>
                  <a:schemeClr val="bg1"/>
                </a:solidFill>
              </a:rPr>
              <a:t>First_image</a:t>
            </a:r>
            <a:r>
              <a:rPr lang="en-US" sz="1600">
                <a:solidFill>
                  <a:schemeClr val="bg1"/>
                </a:solidFill>
              </a:rPr>
              <a:t> label​</a:t>
            </a:r>
          </a:p>
          <a:p>
            <a:pPr marL="285750" indent="-285750">
              <a:buFont typeface="Courier New"/>
              <a:buChar char="o"/>
            </a:pPr>
            <a:r>
              <a:rPr lang="en-US" sz="1600">
                <a:solidFill>
                  <a:schemeClr val="bg1"/>
                </a:solidFill>
              </a:rPr>
              <a:t>Asking price difference​</a:t>
            </a:r>
          </a:p>
          <a:p>
            <a:pPr marL="285750" indent="-285750">
              <a:buFont typeface="Courier New"/>
              <a:buChar char="o"/>
            </a:pPr>
            <a:r>
              <a:rPr lang="en-US" sz="1600">
                <a:solidFill>
                  <a:schemeClr val="bg1"/>
                </a:solidFill>
              </a:rPr>
              <a:t>Make​</a:t>
            </a:r>
          </a:p>
          <a:p>
            <a:pPr marL="285750" indent="-285750">
              <a:buFont typeface="Courier New"/>
              <a:buChar char="o"/>
            </a:pPr>
            <a:r>
              <a:rPr lang="en-US" sz="1600">
                <a:solidFill>
                  <a:schemeClr val="bg1"/>
                </a:solidFill>
              </a:rPr>
              <a:t>Model​</a:t>
            </a:r>
          </a:p>
          <a:p>
            <a:pPr marL="285750" indent="-285750">
              <a:buFont typeface="Courier New"/>
              <a:buChar char="o"/>
            </a:pPr>
            <a:r>
              <a:rPr lang="en-US" sz="1600">
                <a:solidFill>
                  <a:schemeClr val="bg1"/>
                </a:solidFill>
              </a:rPr>
              <a:t>Generation</a:t>
            </a:r>
          </a:p>
        </p:txBody>
      </p:sp>
      <p:sp>
        <p:nvSpPr>
          <p:cNvPr id="13" name="TextBox 12">
            <a:extLst>
              <a:ext uri="{FF2B5EF4-FFF2-40B4-BE49-F238E27FC236}">
                <a16:creationId xmlns:a16="http://schemas.microsoft.com/office/drawing/2014/main" id="{8E6734C7-C310-8BD2-7D06-9A21719CF0CE}"/>
              </a:ext>
            </a:extLst>
          </p:cNvPr>
          <p:cNvSpPr txBox="1"/>
          <p:nvPr/>
        </p:nvSpPr>
        <p:spPr>
          <a:xfrm>
            <a:off x="5986256" y="1593806"/>
            <a:ext cx="342824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222B5E"/>
                </a:solidFill>
                <a:latin typeface="Neue Haas Grotesk Text Pro"/>
              </a:rPr>
              <a:t>Electric: </a:t>
            </a:r>
          </a:p>
          <a:p>
            <a:pPr marL="514350" indent="-514350">
              <a:buFont typeface="Courier New"/>
              <a:buChar char="o"/>
            </a:pPr>
            <a:r>
              <a:rPr lang="en-GB" sz="1600" b="1">
                <a:solidFill>
                  <a:schemeClr val="bg1"/>
                </a:solidFill>
                <a:latin typeface="Neue Haas Grotesk Text Pro"/>
              </a:rPr>
              <a:t>General features</a:t>
            </a:r>
          </a:p>
          <a:p>
            <a:pPr marL="514350" indent="-514350">
              <a:buFont typeface="Courier New"/>
              <a:buChar char="o"/>
            </a:pPr>
            <a:r>
              <a:rPr lang="en-GB" sz="1600" b="1" err="1">
                <a:solidFill>
                  <a:schemeClr val="bg1"/>
                </a:solidFill>
                <a:latin typeface="Neue Haas Grotesk Text Pro"/>
              </a:rPr>
              <a:t>Diff_battery_range_miles</a:t>
            </a:r>
            <a:endParaRPr lang="en-GB" sz="1600" b="1">
              <a:solidFill>
                <a:schemeClr val="bg1"/>
              </a:solidFill>
              <a:latin typeface="Neue Haas Grotesk Text Pro"/>
            </a:endParaRPr>
          </a:p>
          <a:p>
            <a:pPr marL="514350" indent="-514350">
              <a:buFont typeface="Courier New"/>
              <a:buChar char="o"/>
            </a:pPr>
            <a:r>
              <a:rPr lang="en-GB" sz="1600" err="1">
                <a:solidFill>
                  <a:schemeClr val="bg1"/>
                </a:solidFill>
                <a:latin typeface="Neue Haas Grotesk Text Pro"/>
              </a:rPr>
              <a:t>Body_type</a:t>
            </a:r>
            <a:endParaRPr lang="en-GB" sz="1600">
              <a:solidFill>
                <a:schemeClr val="bg1"/>
              </a:solidFill>
              <a:latin typeface="Neue Haas Grotesk Text Pro"/>
            </a:endParaRPr>
          </a:p>
          <a:p>
            <a:pPr marL="514350" indent="-514350">
              <a:buFont typeface="Courier New"/>
              <a:buChar char="o"/>
            </a:pPr>
            <a:r>
              <a:rPr lang="en-GB" sz="1600" err="1">
                <a:solidFill>
                  <a:schemeClr val="bg1"/>
                </a:solidFill>
                <a:latin typeface="Neue Haas Grotesk Text Pro"/>
              </a:rPr>
              <a:t>Transmission_type</a:t>
            </a:r>
            <a:endParaRPr lang="en-GB" sz="1600">
              <a:solidFill>
                <a:schemeClr val="bg1"/>
              </a:solidFill>
              <a:latin typeface="Neue Haas Grotesk Text Pro"/>
            </a:endParaRPr>
          </a:p>
          <a:p>
            <a:pPr marL="514350" indent="-514350">
              <a:buFont typeface="Courier New"/>
              <a:buChar char="o"/>
            </a:pPr>
            <a:r>
              <a:rPr lang="en-GB" sz="1600">
                <a:solidFill>
                  <a:schemeClr val="bg1"/>
                </a:solidFill>
                <a:latin typeface="Neue Haas Grotesk Text Pro"/>
              </a:rPr>
              <a:t>drivetrain</a:t>
            </a:r>
          </a:p>
          <a:p>
            <a:pPr marL="457200" indent="-457200">
              <a:buFont typeface="Courier New"/>
              <a:buChar char="o"/>
            </a:pPr>
            <a:endParaRPr lang="en-GB" sz="3200" b="1">
              <a:solidFill>
                <a:srgbClr val="222B5E"/>
              </a:solidFill>
              <a:latin typeface="Neue Haas Grotesk Text Pro"/>
            </a:endParaRPr>
          </a:p>
        </p:txBody>
      </p:sp>
      <p:sp>
        <p:nvSpPr>
          <p:cNvPr id="14" name="TextBox 13">
            <a:extLst>
              <a:ext uri="{FF2B5EF4-FFF2-40B4-BE49-F238E27FC236}">
                <a16:creationId xmlns:a16="http://schemas.microsoft.com/office/drawing/2014/main" id="{6644FE6B-5A6C-1BB7-0A3D-A5627EDBFC1A}"/>
              </a:ext>
            </a:extLst>
          </p:cNvPr>
          <p:cNvSpPr txBox="1"/>
          <p:nvPr/>
        </p:nvSpPr>
        <p:spPr>
          <a:xfrm>
            <a:off x="3424255" y="1591141"/>
            <a:ext cx="229311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222B5E"/>
                </a:solidFill>
                <a:latin typeface="Neue Haas Grotesk Text Pro"/>
              </a:rPr>
              <a:t>Hybrid:</a:t>
            </a:r>
            <a:endParaRPr lang="en-US" sz="2400"/>
          </a:p>
          <a:p>
            <a:pPr marL="285750" indent="-285750">
              <a:buFont typeface="Courier New"/>
              <a:buChar char="o"/>
            </a:pPr>
            <a:r>
              <a:rPr lang="en-US" sz="1600" b="1"/>
              <a:t>General: Features</a:t>
            </a:r>
          </a:p>
        </p:txBody>
      </p:sp>
      <p:sp>
        <p:nvSpPr>
          <p:cNvPr id="3" name="TextBox 2">
            <a:extLst>
              <a:ext uri="{FF2B5EF4-FFF2-40B4-BE49-F238E27FC236}">
                <a16:creationId xmlns:a16="http://schemas.microsoft.com/office/drawing/2014/main" id="{CBFD24BB-92A2-0BD2-C8E9-C659934FDCCB}"/>
              </a:ext>
            </a:extLst>
          </p:cNvPr>
          <p:cNvSpPr txBox="1"/>
          <p:nvPr/>
        </p:nvSpPr>
        <p:spPr>
          <a:xfrm>
            <a:off x="6037064" y="4116440"/>
            <a:ext cx="310828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*The </a:t>
            </a:r>
            <a:r>
              <a:rPr lang="en-GB" err="1"/>
              <a:t>battery_range_miles</a:t>
            </a:r>
            <a:r>
              <a:rPr lang="en-GB"/>
              <a:t> is an example of a feature that is only applicable to Electric Cars and is an important factor for customers.</a:t>
            </a:r>
          </a:p>
        </p:txBody>
      </p:sp>
    </p:spTree>
    <p:extLst>
      <p:ext uri="{BB962C8B-B14F-4D97-AF65-F5344CB8AC3E}">
        <p14:creationId xmlns:p14="http://schemas.microsoft.com/office/powerpoint/2010/main" val="3464568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68092F27-51D8-9FC4-4A1B-49DDDD2F75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87C7F5-9D8D-3957-E4C3-5DAD7C121267}"/>
              </a:ext>
            </a:extLst>
          </p:cNvPr>
          <p:cNvSpPr txBox="1"/>
          <p:nvPr/>
        </p:nvSpPr>
        <p:spPr>
          <a:xfrm>
            <a:off x="413901" y="159810"/>
            <a:ext cx="778119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3200" b="1">
                <a:solidFill>
                  <a:srgbClr val="222B5E"/>
                </a:solidFill>
                <a:latin typeface="Neue Haas Grotesk Text Pro"/>
              </a:rPr>
              <a:t>Voting Ensemble:</a:t>
            </a:r>
          </a:p>
          <a:p>
            <a:endParaRPr lang="en" sz="3200" b="1">
              <a:solidFill>
                <a:srgbClr val="222B5E"/>
              </a:solidFill>
              <a:latin typeface="Neue Haas Grotesk Text Pro"/>
            </a:endParaRPr>
          </a:p>
        </p:txBody>
      </p:sp>
      <p:pic>
        <p:nvPicPr>
          <p:cNvPr id="8" name="Picture 7" descr="A diagram of a pipeline&#10;&#10;AI-generated content may be incorrect.">
            <a:extLst>
              <a:ext uri="{FF2B5EF4-FFF2-40B4-BE49-F238E27FC236}">
                <a16:creationId xmlns:a16="http://schemas.microsoft.com/office/drawing/2014/main" id="{0421FA2F-D1E7-8B48-4F94-930009F63861}"/>
              </a:ext>
            </a:extLst>
          </p:cNvPr>
          <p:cNvPicPr>
            <a:picLocks noChangeAspect="1"/>
          </p:cNvPicPr>
          <p:nvPr/>
        </p:nvPicPr>
        <p:blipFill>
          <a:blip r:embed="rId3"/>
          <a:stretch>
            <a:fillRect/>
          </a:stretch>
        </p:blipFill>
        <p:spPr>
          <a:xfrm>
            <a:off x="0" y="1482185"/>
            <a:ext cx="9144000" cy="2179128"/>
          </a:xfrm>
          <a:prstGeom prst="rect">
            <a:avLst/>
          </a:prstGeom>
        </p:spPr>
      </p:pic>
      <p:sp>
        <p:nvSpPr>
          <p:cNvPr id="3" name="TextBox 2">
            <a:extLst>
              <a:ext uri="{FF2B5EF4-FFF2-40B4-BE49-F238E27FC236}">
                <a16:creationId xmlns:a16="http://schemas.microsoft.com/office/drawing/2014/main" id="{068635CB-F93C-EC8E-B150-C9A1022AE01F}"/>
              </a:ext>
            </a:extLst>
          </p:cNvPr>
          <p:cNvSpPr txBox="1"/>
          <p:nvPr/>
        </p:nvSpPr>
        <p:spPr>
          <a:xfrm>
            <a:off x="86231" y="4583093"/>
            <a:ext cx="4998235"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This allows us to combine models &amp; get better predictions.</a:t>
            </a:r>
          </a:p>
          <a:p>
            <a:r>
              <a:rPr lang="en-GB" sz="1100" i="1"/>
              <a:t>*We didn't use a pipeline, but this image looks pretty*</a:t>
            </a:r>
          </a:p>
        </p:txBody>
      </p:sp>
    </p:spTree>
    <p:extLst>
      <p:ext uri="{BB962C8B-B14F-4D97-AF65-F5344CB8AC3E}">
        <p14:creationId xmlns:p14="http://schemas.microsoft.com/office/powerpoint/2010/main" val="3016090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22B5E"/>
        </a:solidFill>
        <a:effectLst/>
      </p:bgPr>
    </p:bg>
    <p:spTree>
      <p:nvGrpSpPr>
        <p:cNvPr id="1" name="Shape 146">
          <a:extLst>
            <a:ext uri="{FF2B5EF4-FFF2-40B4-BE49-F238E27FC236}">
              <a16:creationId xmlns:a16="http://schemas.microsoft.com/office/drawing/2014/main" id="{E888765F-FA99-3CDB-EF1E-C7ABBF043B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2D784F-9CB3-C973-6383-3DB79422CCC4}"/>
              </a:ext>
            </a:extLst>
          </p:cNvPr>
          <p:cNvSpPr txBox="1"/>
          <p:nvPr/>
        </p:nvSpPr>
        <p:spPr>
          <a:xfrm>
            <a:off x="99397" y="161054"/>
            <a:ext cx="778119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3200" b="1">
                <a:solidFill>
                  <a:schemeClr val="tx1"/>
                </a:solidFill>
                <a:latin typeface="Neue Haas Grotesk Text Pro"/>
              </a:rPr>
              <a:t>Metrics Used to </a:t>
            </a:r>
            <a:r>
              <a:rPr lang="en" sz="3200" b="1">
                <a:solidFill>
                  <a:schemeClr val="tx1"/>
                </a:solidFill>
              </a:rPr>
              <a:t>Measure Model Performance:</a:t>
            </a:r>
            <a:endParaRPr lang="en-US">
              <a:solidFill>
                <a:schemeClr val="tx1"/>
              </a:solidFill>
            </a:endParaRPr>
          </a:p>
          <a:p>
            <a:endParaRPr lang="en" sz="3200" b="1">
              <a:solidFill>
                <a:srgbClr val="222B5E"/>
              </a:solidFill>
              <a:latin typeface="Neue Haas Grotesk Text Pro"/>
            </a:endParaRPr>
          </a:p>
        </p:txBody>
      </p:sp>
      <p:graphicFrame>
        <p:nvGraphicFramePr>
          <p:cNvPr id="4" name="Diagram 3">
            <a:extLst>
              <a:ext uri="{FF2B5EF4-FFF2-40B4-BE49-F238E27FC236}">
                <a16:creationId xmlns:a16="http://schemas.microsoft.com/office/drawing/2014/main" id="{975042F2-3435-DEFC-2352-561952A3461D}"/>
              </a:ext>
            </a:extLst>
          </p:cNvPr>
          <p:cNvGraphicFramePr/>
          <p:nvPr>
            <p:extLst>
              <p:ext uri="{D42A27DB-BD31-4B8C-83A1-F6EECF244321}">
                <p14:modId xmlns:p14="http://schemas.microsoft.com/office/powerpoint/2010/main" val="1313537571"/>
              </p:ext>
            </p:extLst>
          </p:nvPr>
        </p:nvGraphicFramePr>
        <p:xfrm>
          <a:off x="844425" y="1391876"/>
          <a:ext cx="7561364" cy="3237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5459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79"/>
        <p:cNvGrpSpPr/>
        <p:nvPr/>
      </p:nvGrpSpPr>
      <p:grpSpPr>
        <a:xfrm>
          <a:off x="0" y="0"/>
          <a:ext cx="0" cy="0"/>
          <a:chOff x="0" y="0"/>
          <a:chExt cx="0" cy="0"/>
        </a:xfrm>
      </p:grpSpPr>
      <p:sp>
        <p:nvSpPr>
          <p:cNvPr id="280" name="Google Shape;280;p27"/>
          <p:cNvSpPr txBox="1">
            <a:spLocks noGrp="1"/>
          </p:cNvSpPr>
          <p:nvPr>
            <p:ph type="title"/>
          </p:nvPr>
        </p:nvSpPr>
        <p:spPr>
          <a:xfrm>
            <a:off x="1968000" y="2223250"/>
            <a:ext cx="5208000" cy="572700"/>
          </a:xfrm>
          <a:prstGeom prst="rect">
            <a:avLst/>
          </a:prstGeom>
        </p:spPr>
        <p:txBody>
          <a:bodyPr spcFirstLastPara="1" wrap="square" lIns="91425" tIns="91425" rIns="91425" bIns="91425" anchor="t" anchorCtr="0">
            <a:noAutofit/>
          </a:bodyPr>
          <a:lstStyle/>
          <a:p>
            <a:pPr algn="ctr"/>
            <a:r>
              <a:rPr lang="en" sz="3600" b="1">
                <a:solidFill>
                  <a:srgbClr val="222B5E"/>
                </a:solidFill>
              </a:rPr>
              <a:t>Model Tuning</a:t>
            </a:r>
          </a:p>
        </p:txBody>
      </p:sp>
      <p:sp>
        <p:nvSpPr>
          <p:cNvPr id="281" name="Google Shape;281;p27"/>
          <p:cNvSpPr txBox="1"/>
          <p:nvPr/>
        </p:nvSpPr>
        <p:spPr>
          <a:xfrm>
            <a:off x="-90325" y="1108500"/>
            <a:ext cx="41712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0" b="1">
                <a:solidFill>
                  <a:srgbClr val="05255C"/>
                </a:solidFill>
              </a:rPr>
              <a:t>4</a:t>
            </a:r>
            <a:r>
              <a:rPr lang="en" sz="30000" b="1">
                <a:solidFill>
                  <a:srgbClr val="B11212"/>
                </a:solidFill>
              </a:rPr>
              <a:t>.</a:t>
            </a:r>
            <a:endParaRPr sz="30000" b="1">
              <a:solidFill>
                <a:srgbClr val="B1121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EAF3E641-B9B0-88A0-25EC-8FCA0AC325D9}"/>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6EC0652-D9C7-844A-E098-9A1E41DC2579}"/>
              </a:ext>
            </a:extLst>
          </p:cNvPr>
          <p:cNvGraphicFramePr/>
          <p:nvPr>
            <p:extLst>
              <p:ext uri="{D42A27DB-BD31-4B8C-83A1-F6EECF244321}">
                <p14:modId xmlns:p14="http://schemas.microsoft.com/office/powerpoint/2010/main" val="1627074355"/>
              </p:ext>
            </p:extLst>
          </p:nvPr>
        </p:nvGraphicFramePr>
        <p:xfrm>
          <a:off x="2326924" y="166903"/>
          <a:ext cx="4765315" cy="4801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8443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22B5E"/>
        </a:solidFill>
        <a:effectLst/>
      </p:bgPr>
    </p:bg>
    <p:spTree>
      <p:nvGrpSpPr>
        <p:cNvPr id="1" name="Shape 237">
          <a:extLst>
            <a:ext uri="{FF2B5EF4-FFF2-40B4-BE49-F238E27FC236}">
              <a16:creationId xmlns:a16="http://schemas.microsoft.com/office/drawing/2014/main" id="{E9EA6174-90F1-93F7-35B2-295939FD1605}"/>
            </a:ext>
          </a:extLst>
        </p:cNvPr>
        <p:cNvGrpSpPr/>
        <p:nvPr/>
      </p:nvGrpSpPr>
      <p:grpSpPr>
        <a:xfrm>
          <a:off x="0" y="0"/>
          <a:ext cx="0" cy="0"/>
          <a:chOff x="0" y="0"/>
          <a:chExt cx="0" cy="0"/>
        </a:xfrm>
      </p:grpSpPr>
      <p:cxnSp>
        <p:nvCxnSpPr>
          <p:cNvPr id="241" name="Google Shape;241;p25">
            <a:extLst>
              <a:ext uri="{FF2B5EF4-FFF2-40B4-BE49-F238E27FC236}">
                <a16:creationId xmlns:a16="http://schemas.microsoft.com/office/drawing/2014/main" id="{D8A8EF40-2F7B-C687-ABDE-63597C2865BB}"/>
              </a:ext>
            </a:extLst>
          </p:cNvPr>
          <p:cNvCxnSpPr/>
          <p:nvPr/>
        </p:nvCxnSpPr>
        <p:spPr>
          <a:xfrm flipH="1">
            <a:off x="3145400" y="434250"/>
            <a:ext cx="9600" cy="4080300"/>
          </a:xfrm>
          <a:prstGeom prst="straightConnector1">
            <a:avLst/>
          </a:prstGeom>
          <a:noFill/>
          <a:ln w="19050" cap="flat" cmpd="sng">
            <a:solidFill>
              <a:srgbClr val="F3F5FF"/>
            </a:solidFill>
            <a:prstDash val="solid"/>
            <a:round/>
            <a:headEnd type="none" w="med" len="med"/>
            <a:tailEnd type="none" w="med" len="med"/>
          </a:ln>
        </p:spPr>
      </p:cxnSp>
      <p:cxnSp>
        <p:nvCxnSpPr>
          <p:cNvPr id="242" name="Google Shape;242;p25">
            <a:extLst>
              <a:ext uri="{FF2B5EF4-FFF2-40B4-BE49-F238E27FC236}">
                <a16:creationId xmlns:a16="http://schemas.microsoft.com/office/drawing/2014/main" id="{213D57FB-3D44-6682-6485-4AD921BED39F}"/>
              </a:ext>
            </a:extLst>
          </p:cNvPr>
          <p:cNvCxnSpPr/>
          <p:nvPr/>
        </p:nvCxnSpPr>
        <p:spPr>
          <a:xfrm flipH="1">
            <a:off x="5989000" y="434250"/>
            <a:ext cx="9600" cy="4080300"/>
          </a:xfrm>
          <a:prstGeom prst="straightConnector1">
            <a:avLst/>
          </a:prstGeom>
          <a:noFill/>
          <a:ln w="19050" cap="flat" cmpd="sng">
            <a:solidFill>
              <a:srgbClr val="F3F5FF"/>
            </a:solidFill>
            <a:prstDash val="solid"/>
            <a:round/>
            <a:headEnd type="none" w="med" len="med"/>
            <a:tailEnd type="none" w="med" len="med"/>
          </a:ln>
        </p:spPr>
      </p:cxnSp>
      <p:sp>
        <p:nvSpPr>
          <p:cNvPr id="249" name="Google Shape;249;p25">
            <a:extLst>
              <a:ext uri="{FF2B5EF4-FFF2-40B4-BE49-F238E27FC236}">
                <a16:creationId xmlns:a16="http://schemas.microsoft.com/office/drawing/2014/main" id="{E88FA5E2-AD3B-6CEB-A66C-D519DA885D96}"/>
              </a:ext>
            </a:extLst>
          </p:cNvPr>
          <p:cNvSpPr/>
          <p:nvPr/>
        </p:nvSpPr>
        <p:spPr>
          <a:xfrm rot="5400000">
            <a:off x="5245225" y="1660150"/>
            <a:ext cx="143400" cy="124200"/>
          </a:xfrm>
          <a:prstGeom prst="triangle">
            <a:avLst>
              <a:gd name="adj" fmla="val 50000"/>
            </a:avLst>
          </a:prstGeom>
          <a:solidFill>
            <a:srgbClr val="242D3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p25">
            <a:extLst>
              <a:ext uri="{FF2B5EF4-FFF2-40B4-BE49-F238E27FC236}">
                <a16:creationId xmlns:a16="http://schemas.microsoft.com/office/drawing/2014/main" id="{F3B35DFE-D25E-7726-F372-1D721EA60F90}"/>
              </a:ext>
            </a:extLst>
          </p:cNvPr>
          <p:cNvSpPr txBox="1"/>
          <p:nvPr/>
        </p:nvSpPr>
        <p:spPr>
          <a:xfrm>
            <a:off x="7555251" y="2026501"/>
            <a:ext cx="12324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242D3D"/>
                </a:solidFill>
              </a:rPr>
              <a:t>Recommendation </a:t>
            </a:r>
            <a:endParaRPr sz="1000">
              <a:solidFill>
                <a:srgbClr val="242D3D"/>
              </a:solidFill>
            </a:endParaRPr>
          </a:p>
        </p:txBody>
      </p:sp>
      <p:sp>
        <p:nvSpPr>
          <p:cNvPr id="2" name="TextBox 1">
            <a:extLst>
              <a:ext uri="{FF2B5EF4-FFF2-40B4-BE49-F238E27FC236}">
                <a16:creationId xmlns:a16="http://schemas.microsoft.com/office/drawing/2014/main" id="{172C9124-54A9-C84E-8306-FF6B929CAA4D}"/>
              </a:ext>
            </a:extLst>
          </p:cNvPr>
          <p:cNvSpPr txBox="1"/>
          <p:nvPr/>
        </p:nvSpPr>
        <p:spPr>
          <a:xfrm>
            <a:off x="298236" y="256403"/>
            <a:ext cx="26018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a:solidFill>
                  <a:schemeClr val="tx1"/>
                </a:solidFill>
              </a:rPr>
              <a:t>General Model Scores</a:t>
            </a:r>
          </a:p>
        </p:txBody>
      </p:sp>
      <p:sp>
        <p:nvSpPr>
          <p:cNvPr id="3" name="TextBox 2">
            <a:extLst>
              <a:ext uri="{FF2B5EF4-FFF2-40B4-BE49-F238E27FC236}">
                <a16:creationId xmlns:a16="http://schemas.microsoft.com/office/drawing/2014/main" id="{636B38FD-0A49-AE89-260A-DDD79727267F}"/>
              </a:ext>
            </a:extLst>
          </p:cNvPr>
          <p:cNvSpPr txBox="1"/>
          <p:nvPr/>
        </p:nvSpPr>
        <p:spPr>
          <a:xfrm>
            <a:off x="3201959" y="255532"/>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a:solidFill>
                  <a:srgbClr val="FFFFFF"/>
                </a:solidFill>
              </a:rPr>
              <a:t>Hybrid Model</a:t>
            </a:r>
          </a:p>
          <a:p>
            <a:pPr algn="ctr"/>
            <a:r>
              <a:rPr lang="en-GB" sz="2400" b="1">
                <a:solidFill>
                  <a:srgbClr val="FFFFFF"/>
                </a:solidFill>
              </a:rPr>
              <a:t>Scores</a:t>
            </a:r>
          </a:p>
        </p:txBody>
      </p:sp>
      <p:sp>
        <p:nvSpPr>
          <p:cNvPr id="4" name="TextBox 3">
            <a:extLst>
              <a:ext uri="{FF2B5EF4-FFF2-40B4-BE49-F238E27FC236}">
                <a16:creationId xmlns:a16="http://schemas.microsoft.com/office/drawing/2014/main" id="{B18802E6-BE5D-E37B-EA01-F0DB96BBC7C5}"/>
              </a:ext>
            </a:extLst>
          </p:cNvPr>
          <p:cNvSpPr txBox="1"/>
          <p:nvPr/>
        </p:nvSpPr>
        <p:spPr>
          <a:xfrm>
            <a:off x="6424010" y="327999"/>
            <a:ext cx="2446599" cy="8526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solidFill>
                  <a:srgbClr val="FFFFFF"/>
                </a:solidFill>
              </a:rPr>
              <a:t>Electric Model      Scores</a:t>
            </a:r>
            <a:endParaRPr lang="en-US"/>
          </a:p>
        </p:txBody>
      </p:sp>
      <p:graphicFrame>
        <p:nvGraphicFramePr>
          <p:cNvPr id="49" name="Diagram 48">
            <a:extLst>
              <a:ext uri="{FF2B5EF4-FFF2-40B4-BE49-F238E27FC236}">
                <a16:creationId xmlns:a16="http://schemas.microsoft.com/office/drawing/2014/main" id="{7ADDB5FE-6117-1885-18D2-AC298A5E01A6}"/>
              </a:ext>
            </a:extLst>
          </p:cNvPr>
          <p:cNvGraphicFramePr/>
          <p:nvPr>
            <p:extLst>
              <p:ext uri="{D42A27DB-BD31-4B8C-83A1-F6EECF244321}">
                <p14:modId xmlns:p14="http://schemas.microsoft.com/office/powerpoint/2010/main" val="25618752"/>
              </p:ext>
            </p:extLst>
          </p:nvPr>
        </p:nvGraphicFramePr>
        <p:xfrm>
          <a:off x="6307899" y="2979516"/>
          <a:ext cx="2674104" cy="2063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76" name="Picture 875" descr="A graph of blue dots&#10;&#10;AI-generated content may be incorrect.">
            <a:extLst>
              <a:ext uri="{FF2B5EF4-FFF2-40B4-BE49-F238E27FC236}">
                <a16:creationId xmlns:a16="http://schemas.microsoft.com/office/drawing/2014/main" id="{13C01867-7187-51AE-72D4-CC3C908752C8}"/>
              </a:ext>
            </a:extLst>
          </p:cNvPr>
          <p:cNvPicPr>
            <a:picLocks noChangeAspect="1"/>
          </p:cNvPicPr>
          <p:nvPr/>
        </p:nvPicPr>
        <p:blipFill>
          <a:blip r:embed="rId8"/>
          <a:stretch>
            <a:fillRect/>
          </a:stretch>
        </p:blipFill>
        <p:spPr>
          <a:xfrm>
            <a:off x="481517" y="1180870"/>
            <a:ext cx="2352882" cy="1696933"/>
          </a:xfrm>
          <a:prstGeom prst="rect">
            <a:avLst/>
          </a:prstGeom>
        </p:spPr>
      </p:pic>
      <p:pic>
        <p:nvPicPr>
          <p:cNvPr id="878" name="Picture 877" descr="A graph of blue dots&#10;&#10;AI-generated content may be incorrect.">
            <a:extLst>
              <a:ext uri="{FF2B5EF4-FFF2-40B4-BE49-F238E27FC236}">
                <a16:creationId xmlns:a16="http://schemas.microsoft.com/office/drawing/2014/main" id="{E4FAA930-7797-3161-E108-FEA5B834C6FD}"/>
              </a:ext>
            </a:extLst>
          </p:cNvPr>
          <p:cNvPicPr>
            <a:picLocks noChangeAspect="1"/>
          </p:cNvPicPr>
          <p:nvPr/>
        </p:nvPicPr>
        <p:blipFill>
          <a:blip r:embed="rId9"/>
          <a:stretch>
            <a:fillRect/>
          </a:stretch>
        </p:blipFill>
        <p:spPr>
          <a:xfrm>
            <a:off x="3416882" y="1178747"/>
            <a:ext cx="2359647" cy="1700300"/>
          </a:xfrm>
          <a:prstGeom prst="rect">
            <a:avLst/>
          </a:prstGeom>
        </p:spPr>
      </p:pic>
      <p:graphicFrame>
        <p:nvGraphicFramePr>
          <p:cNvPr id="1271" name="Diagram 1270">
            <a:extLst>
              <a:ext uri="{FF2B5EF4-FFF2-40B4-BE49-F238E27FC236}">
                <a16:creationId xmlns:a16="http://schemas.microsoft.com/office/drawing/2014/main" id="{02CC48BF-4221-1A11-11F9-EE7E7D296083}"/>
              </a:ext>
            </a:extLst>
          </p:cNvPr>
          <p:cNvGraphicFramePr/>
          <p:nvPr>
            <p:extLst>
              <p:ext uri="{D42A27DB-BD31-4B8C-83A1-F6EECF244321}">
                <p14:modId xmlns:p14="http://schemas.microsoft.com/office/powerpoint/2010/main" val="658527868"/>
              </p:ext>
            </p:extLst>
          </p:nvPr>
        </p:nvGraphicFramePr>
        <p:xfrm>
          <a:off x="3319576" y="2971353"/>
          <a:ext cx="2557048" cy="206341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33" name="Diagram 32">
            <a:extLst>
              <a:ext uri="{FF2B5EF4-FFF2-40B4-BE49-F238E27FC236}">
                <a16:creationId xmlns:a16="http://schemas.microsoft.com/office/drawing/2014/main" id="{3333EDF8-63D8-04C0-1C20-B74281F56BA0}"/>
              </a:ext>
            </a:extLst>
          </p:cNvPr>
          <p:cNvGraphicFramePr/>
          <p:nvPr>
            <p:extLst>
              <p:ext uri="{D42A27DB-BD31-4B8C-83A1-F6EECF244321}">
                <p14:modId xmlns:p14="http://schemas.microsoft.com/office/powerpoint/2010/main" val="3223686529"/>
              </p:ext>
            </p:extLst>
          </p:nvPr>
        </p:nvGraphicFramePr>
        <p:xfrm>
          <a:off x="379449" y="2971353"/>
          <a:ext cx="2557048" cy="2063413"/>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4846" name="Picture 4845" descr="A graph of blue dots&#10;&#10;AI-generated content may be incorrect.">
            <a:extLst>
              <a:ext uri="{FF2B5EF4-FFF2-40B4-BE49-F238E27FC236}">
                <a16:creationId xmlns:a16="http://schemas.microsoft.com/office/drawing/2014/main" id="{149EEC8A-9D84-F24A-A879-0A85DA2C436E}"/>
              </a:ext>
            </a:extLst>
          </p:cNvPr>
          <p:cNvPicPr>
            <a:picLocks noChangeAspect="1"/>
          </p:cNvPicPr>
          <p:nvPr/>
        </p:nvPicPr>
        <p:blipFill>
          <a:blip r:embed="rId20"/>
          <a:stretch>
            <a:fillRect/>
          </a:stretch>
        </p:blipFill>
        <p:spPr>
          <a:xfrm>
            <a:off x="6426122" y="1179172"/>
            <a:ext cx="2440809" cy="1700032"/>
          </a:xfrm>
          <a:prstGeom prst="rect">
            <a:avLst/>
          </a:prstGeom>
        </p:spPr>
      </p:pic>
    </p:spTree>
    <p:extLst>
      <p:ext uri="{BB962C8B-B14F-4D97-AF65-F5344CB8AC3E}">
        <p14:creationId xmlns:p14="http://schemas.microsoft.com/office/powerpoint/2010/main" val="1481852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79">
          <a:extLst>
            <a:ext uri="{FF2B5EF4-FFF2-40B4-BE49-F238E27FC236}">
              <a16:creationId xmlns:a16="http://schemas.microsoft.com/office/drawing/2014/main" id="{AA4D16B5-0CE4-4242-4829-977F3F25D6B8}"/>
            </a:ext>
          </a:extLst>
        </p:cNvPr>
        <p:cNvGrpSpPr/>
        <p:nvPr/>
      </p:nvGrpSpPr>
      <p:grpSpPr>
        <a:xfrm>
          <a:off x="0" y="0"/>
          <a:ext cx="0" cy="0"/>
          <a:chOff x="0" y="0"/>
          <a:chExt cx="0" cy="0"/>
        </a:xfrm>
      </p:grpSpPr>
      <p:sp>
        <p:nvSpPr>
          <p:cNvPr id="281" name="Google Shape;281;p27">
            <a:extLst>
              <a:ext uri="{FF2B5EF4-FFF2-40B4-BE49-F238E27FC236}">
                <a16:creationId xmlns:a16="http://schemas.microsoft.com/office/drawing/2014/main" id="{F9340670-7934-AC19-6670-DE0484D7E2CF}"/>
              </a:ext>
            </a:extLst>
          </p:cNvPr>
          <p:cNvSpPr txBox="1"/>
          <p:nvPr/>
        </p:nvSpPr>
        <p:spPr>
          <a:xfrm>
            <a:off x="-90325" y="1108500"/>
            <a:ext cx="41712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0" b="1">
                <a:solidFill>
                  <a:srgbClr val="05255C"/>
                </a:solidFill>
              </a:rPr>
              <a:t>5</a:t>
            </a:r>
            <a:r>
              <a:rPr lang="en" sz="30000" b="1">
                <a:solidFill>
                  <a:srgbClr val="B11212"/>
                </a:solidFill>
              </a:rPr>
              <a:t>.</a:t>
            </a:r>
            <a:endParaRPr sz="30000" b="1">
              <a:solidFill>
                <a:srgbClr val="B11212"/>
              </a:solidFill>
            </a:endParaRPr>
          </a:p>
        </p:txBody>
      </p:sp>
      <p:sp>
        <p:nvSpPr>
          <p:cNvPr id="4" name="TextBox 3">
            <a:extLst>
              <a:ext uri="{FF2B5EF4-FFF2-40B4-BE49-F238E27FC236}">
                <a16:creationId xmlns:a16="http://schemas.microsoft.com/office/drawing/2014/main" id="{C3C088A9-588C-C83C-981A-E44EA80357D8}"/>
              </a:ext>
            </a:extLst>
          </p:cNvPr>
          <p:cNvSpPr txBox="1"/>
          <p:nvPr/>
        </p:nvSpPr>
        <p:spPr>
          <a:xfrm>
            <a:off x="2425568" y="1877832"/>
            <a:ext cx="4770136" cy="138499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800" b="1">
                <a:solidFill>
                  <a:srgbClr val="05255C"/>
                </a:solidFill>
                <a:latin typeface="Neue Haas Grotesk Text Pro"/>
              </a:rPr>
              <a:t>Feature Importance for Main model:</a:t>
            </a:r>
            <a:endParaRPr lang="en-US">
              <a:solidFill>
                <a:srgbClr val="05255C"/>
              </a:solidFill>
              <a:latin typeface="Neue Haas Grotesk Text Pro"/>
            </a:endParaRPr>
          </a:p>
          <a:p>
            <a:pPr marL="285750" indent="-285750" algn="ctr">
              <a:buFont typeface="Calibri"/>
              <a:buChar char="-"/>
            </a:pPr>
            <a:r>
              <a:rPr lang="en-GB" sz="2800" b="1">
                <a:solidFill>
                  <a:srgbClr val="05255C"/>
                </a:solidFill>
                <a:latin typeface="Neue Haas Grotesk Text Pro"/>
              </a:rPr>
              <a:t>SHAP, PCA, PDP &amp; ICE</a:t>
            </a:r>
          </a:p>
        </p:txBody>
      </p:sp>
    </p:spTree>
    <p:extLst>
      <p:ext uri="{BB962C8B-B14F-4D97-AF65-F5344CB8AC3E}">
        <p14:creationId xmlns:p14="http://schemas.microsoft.com/office/powerpoint/2010/main" val="3784600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16221410-CA77-C2B8-FC46-BC311934B609}"/>
            </a:ext>
          </a:extLst>
        </p:cNvPr>
        <p:cNvGrpSpPr/>
        <p:nvPr/>
      </p:nvGrpSpPr>
      <p:grpSpPr>
        <a:xfrm>
          <a:off x="0" y="0"/>
          <a:ext cx="0" cy="0"/>
          <a:chOff x="0" y="0"/>
          <a:chExt cx="0" cy="0"/>
        </a:xfrm>
      </p:grpSpPr>
      <p:pic>
        <p:nvPicPr>
          <p:cNvPr id="4" name="Picture 3" descr="A graph with blue and pink lines&#10;&#10;AI-generated content may be incorrect.">
            <a:extLst>
              <a:ext uri="{FF2B5EF4-FFF2-40B4-BE49-F238E27FC236}">
                <a16:creationId xmlns:a16="http://schemas.microsoft.com/office/drawing/2014/main" id="{B3BE36F0-2E45-C9F5-18D0-2BB21DE2A31C}"/>
              </a:ext>
            </a:extLst>
          </p:cNvPr>
          <p:cNvPicPr>
            <a:picLocks noChangeAspect="1"/>
          </p:cNvPicPr>
          <p:nvPr/>
        </p:nvPicPr>
        <p:blipFill>
          <a:blip r:embed="rId3"/>
          <a:stretch>
            <a:fillRect/>
          </a:stretch>
        </p:blipFill>
        <p:spPr>
          <a:xfrm>
            <a:off x="3783131" y="1440710"/>
            <a:ext cx="5055053" cy="2649592"/>
          </a:xfrm>
          <a:prstGeom prst="rect">
            <a:avLst/>
          </a:prstGeom>
        </p:spPr>
      </p:pic>
      <p:sp>
        <p:nvSpPr>
          <p:cNvPr id="6" name="TextBox 5">
            <a:extLst>
              <a:ext uri="{FF2B5EF4-FFF2-40B4-BE49-F238E27FC236}">
                <a16:creationId xmlns:a16="http://schemas.microsoft.com/office/drawing/2014/main" id="{BFB954F0-EF14-9447-A238-BBE2990817E9}"/>
              </a:ext>
            </a:extLst>
          </p:cNvPr>
          <p:cNvSpPr txBox="1"/>
          <p:nvPr/>
        </p:nvSpPr>
        <p:spPr>
          <a:xfrm>
            <a:off x="144586" y="163285"/>
            <a:ext cx="8494323"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222B5E"/>
                </a:solidFill>
              </a:rPr>
              <a:t>Feature Importance (SHAP)</a:t>
            </a:r>
            <a:endParaRPr lang="en-GB" sz="2800" b="1"/>
          </a:p>
          <a:p>
            <a:endParaRPr lang="en-GB" sz="2800" b="1">
              <a:solidFill>
                <a:srgbClr val="222B5E"/>
              </a:solidFill>
            </a:endParaRPr>
          </a:p>
          <a:p>
            <a:r>
              <a:rPr lang="en-GB" sz="1800" b="1"/>
              <a:t>Top 7 Most Important Features Include:</a:t>
            </a:r>
          </a:p>
          <a:p>
            <a:endParaRPr lang="en-GB" sz="1800" b="1"/>
          </a:p>
          <a:p>
            <a:pPr marL="285750" indent="-285750">
              <a:buFont typeface="Courier New"/>
              <a:buChar char="o"/>
            </a:pPr>
            <a:r>
              <a:rPr lang="en-GB" sz="1600" b="1" i="1"/>
              <a:t>Postcode Area</a:t>
            </a:r>
          </a:p>
          <a:p>
            <a:pPr marL="285750" indent="-285750">
              <a:buFont typeface="Courier New"/>
              <a:buChar char="o"/>
            </a:pPr>
            <a:r>
              <a:rPr lang="en-GB" sz="1600" i="1"/>
              <a:t>Asking Price Relative Difference </a:t>
            </a:r>
          </a:p>
          <a:p>
            <a:pPr marL="285750" indent="-285750">
              <a:buFont typeface="Courier New"/>
              <a:buChar char="o"/>
            </a:pPr>
            <a:r>
              <a:rPr lang="en-GB" sz="1600" i="1"/>
              <a:t>Colour</a:t>
            </a:r>
          </a:p>
          <a:p>
            <a:pPr marL="285750" indent="-285750">
              <a:buFont typeface="Courier New"/>
              <a:buChar char="o"/>
            </a:pPr>
            <a:r>
              <a:rPr lang="en-GB" sz="1600" i="1"/>
              <a:t>Attention Grabber Category</a:t>
            </a:r>
          </a:p>
          <a:p>
            <a:pPr marL="285750" indent="-285750">
              <a:buFont typeface="Courier New"/>
              <a:buChar char="o"/>
            </a:pPr>
            <a:r>
              <a:rPr lang="en-GB" sz="1600" i="1"/>
              <a:t>Insurance Group</a:t>
            </a:r>
          </a:p>
          <a:p>
            <a:pPr marL="285750" indent="-285750">
              <a:buFont typeface="Courier New"/>
              <a:buChar char="o"/>
            </a:pPr>
            <a:r>
              <a:rPr lang="en-GB" sz="1600" i="1"/>
              <a:t>First Image Label</a:t>
            </a:r>
          </a:p>
          <a:p>
            <a:pPr marL="285750" indent="-285750">
              <a:buFont typeface="Courier New"/>
              <a:buChar char="o"/>
            </a:pPr>
            <a:r>
              <a:rPr lang="en-GB" sz="1600" i="1"/>
              <a:t>Price Indicator Rating</a:t>
            </a:r>
          </a:p>
        </p:txBody>
      </p:sp>
      <p:sp>
        <p:nvSpPr>
          <p:cNvPr id="2" name="TextBox 1">
            <a:extLst>
              <a:ext uri="{FF2B5EF4-FFF2-40B4-BE49-F238E27FC236}">
                <a16:creationId xmlns:a16="http://schemas.microsoft.com/office/drawing/2014/main" id="{3DDD3635-359B-E6BE-5539-45338D06D300}"/>
              </a:ext>
            </a:extLst>
          </p:cNvPr>
          <p:cNvSpPr txBox="1"/>
          <p:nvPr/>
        </p:nvSpPr>
        <p:spPr>
          <a:xfrm>
            <a:off x="3932402" y="4237492"/>
            <a:ext cx="47548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A positive SHAP value means the feature </a:t>
            </a:r>
            <a:r>
              <a:rPr lang="en-GB" b="1"/>
              <a:t>increases</a:t>
            </a:r>
            <a:r>
              <a:rPr lang="en-GB"/>
              <a:t> the prediction.</a:t>
            </a:r>
            <a:endParaRPr lang="en-US"/>
          </a:p>
        </p:txBody>
      </p:sp>
    </p:spTree>
    <p:extLst>
      <p:ext uri="{BB962C8B-B14F-4D97-AF65-F5344CB8AC3E}">
        <p14:creationId xmlns:p14="http://schemas.microsoft.com/office/powerpoint/2010/main" val="4123773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46">
          <a:extLst>
            <a:ext uri="{FF2B5EF4-FFF2-40B4-BE49-F238E27FC236}">
              <a16:creationId xmlns:a16="http://schemas.microsoft.com/office/drawing/2014/main" id="{64A81664-121C-1DD6-795B-841DF7C8163B}"/>
            </a:ext>
          </a:extLst>
        </p:cNvPr>
        <p:cNvGrpSpPr/>
        <p:nvPr/>
      </p:nvGrpSpPr>
      <p:grpSpPr>
        <a:xfrm>
          <a:off x="0" y="0"/>
          <a:ext cx="0" cy="0"/>
          <a:chOff x="0" y="0"/>
          <a:chExt cx="0" cy="0"/>
        </a:xfrm>
      </p:grpSpPr>
      <p:pic>
        <p:nvPicPr>
          <p:cNvPr id="2" name="Picture 1" descr="A graph with red dotted line&#10;&#10;AI-generated content may be incorrect.">
            <a:extLst>
              <a:ext uri="{FF2B5EF4-FFF2-40B4-BE49-F238E27FC236}">
                <a16:creationId xmlns:a16="http://schemas.microsoft.com/office/drawing/2014/main" id="{38361A10-48F5-C1E8-EBFE-31DCB0DC55CB}"/>
              </a:ext>
            </a:extLst>
          </p:cNvPr>
          <p:cNvPicPr>
            <a:picLocks noChangeAspect="1"/>
          </p:cNvPicPr>
          <p:nvPr/>
        </p:nvPicPr>
        <p:blipFill>
          <a:blip r:embed="rId3"/>
          <a:stretch>
            <a:fillRect/>
          </a:stretch>
        </p:blipFill>
        <p:spPr>
          <a:xfrm>
            <a:off x="4683087" y="1033436"/>
            <a:ext cx="4046295" cy="3240354"/>
          </a:xfrm>
          <a:prstGeom prst="rect">
            <a:avLst/>
          </a:prstGeom>
        </p:spPr>
      </p:pic>
      <p:sp>
        <p:nvSpPr>
          <p:cNvPr id="5" name="TextBox 4">
            <a:extLst>
              <a:ext uri="{FF2B5EF4-FFF2-40B4-BE49-F238E27FC236}">
                <a16:creationId xmlns:a16="http://schemas.microsoft.com/office/drawing/2014/main" id="{25F9D35D-7D1D-D44A-5AD6-415DAEC8B2CC}"/>
              </a:ext>
            </a:extLst>
          </p:cNvPr>
          <p:cNvSpPr txBox="1"/>
          <p:nvPr/>
        </p:nvSpPr>
        <p:spPr>
          <a:xfrm>
            <a:off x="135491" y="108512"/>
            <a:ext cx="5375357" cy="5816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222B5E"/>
                </a:solidFill>
              </a:rPr>
              <a:t>Dimensionality Reduction (PCA)</a:t>
            </a:r>
            <a:endParaRPr lang="en-GB"/>
          </a:p>
          <a:p>
            <a:endParaRPr lang="en-GB" sz="2800" b="1">
              <a:solidFill>
                <a:srgbClr val="222B5E"/>
              </a:solidFill>
            </a:endParaRPr>
          </a:p>
          <a:p>
            <a:r>
              <a:rPr lang="en-GB" sz="1600">
                <a:solidFill>
                  <a:schemeClr val="bg1"/>
                </a:solidFill>
              </a:rPr>
              <a:t>Reduce Redundant Features: </a:t>
            </a:r>
          </a:p>
          <a:p>
            <a:r>
              <a:rPr lang="en-GB" sz="1600">
                <a:solidFill>
                  <a:schemeClr val="bg1"/>
                </a:solidFill>
              </a:rPr>
              <a:t>Scree Plot plateaus around 5-7 features </a:t>
            </a:r>
          </a:p>
          <a:p>
            <a:pPr marL="285750" indent="-285750">
              <a:buFont typeface="Courier New"/>
              <a:buChar char="o"/>
            </a:pPr>
            <a:endParaRPr lang="en-GB" sz="1600">
              <a:solidFill>
                <a:schemeClr val="bg1"/>
              </a:solidFill>
            </a:endParaRPr>
          </a:p>
          <a:p>
            <a:r>
              <a:rPr lang="en-GB" sz="1600">
                <a:solidFill>
                  <a:schemeClr val="bg1"/>
                </a:solidFill>
              </a:rPr>
              <a:t>Features Shown in Scree Plot include:</a:t>
            </a:r>
          </a:p>
          <a:p>
            <a:pPr marL="342900" indent="-342900">
              <a:buFont typeface="Courier New"/>
              <a:buChar char="o"/>
            </a:pPr>
            <a:r>
              <a:rPr lang="en-GB" sz="1600" i="1">
                <a:solidFill>
                  <a:schemeClr val="bg1"/>
                </a:solidFill>
              </a:rPr>
              <a:t>Asking Price Relative Difference</a:t>
            </a:r>
          </a:p>
          <a:p>
            <a:pPr marL="342900" indent="-342900">
              <a:buFont typeface="Courier New"/>
              <a:buChar char="o"/>
            </a:pPr>
            <a:r>
              <a:rPr lang="en-GB" sz="1600" i="1">
                <a:solidFill>
                  <a:schemeClr val="bg1"/>
                </a:solidFill>
              </a:rPr>
              <a:t>Postcode Area**</a:t>
            </a:r>
          </a:p>
          <a:p>
            <a:pPr marL="342900" indent="-342900">
              <a:buFont typeface="Courier New"/>
              <a:buChar char="o"/>
            </a:pPr>
            <a:r>
              <a:rPr lang="en-GB" sz="1600" i="1">
                <a:solidFill>
                  <a:schemeClr val="bg1"/>
                </a:solidFill>
              </a:rPr>
              <a:t>Attention Grabber Category</a:t>
            </a:r>
          </a:p>
          <a:p>
            <a:pPr marL="342900" indent="-342900">
              <a:buFont typeface="Courier New"/>
              <a:buChar char="o"/>
            </a:pPr>
            <a:r>
              <a:rPr lang="en-GB" sz="1600" i="1">
                <a:solidFill>
                  <a:schemeClr val="bg1"/>
                </a:solidFill>
              </a:rPr>
              <a:t>Price Indicator Rating</a:t>
            </a:r>
          </a:p>
          <a:p>
            <a:pPr marL="342900" indent="-342900">
              <a:buFont typeface="Courier New"/>
              <a:buChar char="o"/>
            </a:pPr>
            <a:r>
              <a:rPr lang="en-GB" sz="1600" i="1">
                <a:solidFill>
                  <a:schemeClr val="bg1"/>
                </a:solidFill>
              </a:rPr>
              <a:t>Colour</a:t>
            </a:r>
          </a:p>
          <a:p>
            <a:pPr marL="342900" indent="-342900">
              <a:buFont typeface="Courier New"/>
              <a:buChar char="o"/>
            </a:pPr>
            <a:r>
              <a:rPr lang="en-GB" sz="1600" i="1">
                <a:solidFill>
                  <a:schemeClr val="bg1"/>
                </a:solidFill>
              </a:rPr>
              <a:t>Insurance Group</a:t>
            </a:r>
          </a:p>
          <a:p>
            <a:pPr marL="342900" indent="-342900">
              <a:buFont typeface="Courier New"/>
              <a:buChar char="o"/>
            </a:pPr>
            <a:r>
              <a:rPr lang="en-GB" sz="1600" i="1">
                <a:solidFill>
                  <a:schemeClr val="bg1"/>
                </a:solidFill>
              </a:rPr>
              <a:t>First Image Label</a:t>
            </a:r>
          </a:p>
          <a:p>
            <a:pPr marL="342900" indent="-342900">
              <a:buFont typeface="Courier New"/>
              <a:buChar char="o"/>
            </a:pPr>
            <a:endParaRPr lang="en-GB" sz="1600" i="1">
              <a:solidFill>
                <a:schemeClr val="bg1"/>
              </a:solidFill>
            </a:endParaRPr>
          </a:p>
          <a:p>
            <a:r>
              <a:rPr lang="en-GB" sz="1600" b="1">
                <a:solidFill>
                  <a:schemeClr val="bg1"/>
                </a:solidFill>
              </a:rPr>
              <a:t>Why?</a:t>
            </a:r>
            <a:endParaRPr lang="en-US" sz="1600">
              <a:solidFill>
                <a:schemeClr val="bg1"/>
              </a:solidFill>
            </a:endParaRPr>
          </a:p>
          <a:p>
            <a:pPr marL="285750" indent="-285750">
              <a:buFont typeface="Arial,Sans-Serif"/>
              <a:buChar char="•"/>
            </a:pPr>
            <a:r>
              <a:rPr lang="en-GB" sz="1600">
                <a:solidFill>
                  <a:schemeClr val="bg1"/>
                </a:solidFill>
              </a:rPr>
              <a:t>Reduces Overfitting </a:t>
            </a:r>
          </a:p>
          <a:p>
            <a:pPr marL="285750" indent="-285750">
              <a:buFont typeface="Arial,Sans-Serif"/>
              <a:buChar char="•"/>
            </a:pPr>
            <a:r>
              <a:rPr lang="en-GB" sz="1600">
                <a:solidFill>
                  <a:schemeClr val="bg1"/>
                </a:solidFill>
              </a:rPr>
              <a:t>Increase Computational Efficiency</a:t>
            </a:r>
          </a:p>
          <a:p>
            <a:endParaRPr lang="en-GB" sz="1600">
              <a:solidFill>
                <a:schemeClr val="bg1"/>
              </a:solidFill>
            </a:endParaRPr>
          </a:p>
          <a:p>
            <a:pPr marL="342900" indent="-342900">
              <a:buFont typeface="Courier New"/>
              <a:buChar char="o"/>
            </a:pPr>
            <a:endParaRPr lang="en-GB" sz="1600">
              <a:solidFill>
                <a:schemeClr val="bg1"/>
              </a:solidFill>
            </a:endParaRPr>
          </a:p>
          <a:p>
            <a:pPr marL="342900" indent="-342900">
              <a:buFont typeface="Courier New"/>
              <a:buChar char="o"/>
            </a:pPr>
            <a:endParaRPr lang="en-GB" sz="1600">
              <a:solidFill>
                <a:schemeClr val="bg1"/>
              </a:solidFill>
            </a:endParaRPr>
          </a:p>
        </p:txBody>
      </p:sp>
    </p:spTree>
    <p:extLst>
      <p:ext uri="{BB962C8B-B14F-4D97-AF65-F5344CB8AC3E}">
        <p14:creationId xmlns:p14="http://schemas.microsoft.com/office/powerpoint/2010/main" val="4090405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32">
          <a:extLst>
            <a:ext uri="{FF2B5EF4-FFF2-40B4-BE49-F238E27FC236}">
              <a16:creationId xmlns:a16="http://schemas.microsoft.com/office/drawing/2014/main" id="{0C74A79F-05B8-6E62-9FDA-987F399E7B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A09AE1-5C30-5EA0-B72D-A97AE62FBC64}"/>
              </a:ext>
            </a:extLst>
          </p:cNvPr>
          <p:cNvSpPr txBox="1"/>
          <p:nvPr/>
        </p:nvSpPr>
        <p:spPr>
          <a:xfrm>
            <a:off x="206556" y="163285"/>
            <a:ext cx="5110320"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222B5E"/>
                </a:solidFill>
              </a:rPr>
              <a:t>Feature Importance </a:t>
            </a:r>
            <a:endParaRPr lang="en-US"/>
          </a:p>
          <a:p>
            <a:r>
              <a:rPr lang="en-GB" sz="2800" b="1">
                <a:solidFill>
                  <a:srgbClr val="222B5E"/>
                </a:solidFill>
              </a:rPr>
              <a:t>(PDP &amp; ICE)</a:t>
            </a:r>
            <a:endParaRPr lang="en-GB"/>
          </a:p>
          <a:p>
            <a:endParaRPr lang="en-GB" sz="2800" b="1"/>
          </a:p>
          <a:p>
            <a:r>
              <a:rPr lang="en-GB" sz="1600"/>
              <a:t>ICE plots for top features based on 1000 subsamples. Predicted outcome for single vehicle shown to be greatly impacted by:</a:t>
            </a:r>
          </a:p>
          <a:p>
            <a:pPr marL="285750" indent="-285750">
              <a:buFont typeface="Courier New"/>
              <a:buChar char="o"/>
            </a:pPr>
            <a:r>
              <a:rPr lang="en-GB" i="1"/>
              <a:t>Postcode Area</a:t>
            </a:r>
          </a:p>
          <a:p>
            <a:pPr marL="285750" indent="-285750">
              <a:buFont typeface="Courier New"/>
              <a:buChar char="o"/>
            </a:pPr>
            <a:r>
              <a:rPr lang="en-GB" i="1"/>
              <a:t>Asking Price Relative Difference, </a:t>
            </a:r>
          </a:p>
          <a:p>
            <a:pPr marL="285750" indent="-285750">
              <a:buFont typeface="Courier New"/>
              <a:buChar char="o"/>
            </a:pPr>
            <a:r>
              <a:rPr lang="en-GB" i="1"/>
              <a:t>Attention Grabber Category, </a:t>
            </a:r>
            <a:endParaRPr lang="en-GB"/>
          </a:p>
          <a:p>
            <a:pPr marL="285750" indent="-285750">
              <a:buFont typeface="Courier New"/>
              <a:buChar char="o"/>
            </a:pPr>
            <a:r>
              <a:rPr lang="en-GB" i="1"/>
              <a:t>Insurance Group, </a:t>
            </a:r>
            <a:endParaRPr lang="en-GB"/>
          </a:p>
          <a:p>
            <a:pPr marL="285750" indent="-285750">
              <a:buFont typeface="Courier New"/>
              <a:buChar char="o"/>
            </a:pPr>
            <a:r>
              <a:rPr lang="en-GB" i="1"/>
              <a:t>Colour</a:t>
            </a:r>
            <a:endParaRPr lang="en-GB"/>
          </a:p>
          <a:p>
            <a:endParaRPr lang="en-GB" sz="1600"/>
          </a:p>
          <a:p>
            <a:endParaRPr lang="en-GB" sz="1600"/>
          </a:p>
          <a:p>
            <a:r>
              <a:rPr lang="en-GB" sz="1600" b="1"/>
              <a:t>Most Important Feature</a:t>
            </a:r>
            <a:endParaRPr lang="en-GB" sz="1600"/>
          </a:p>
          <a:p>
            <a:r>
              <a:rPr lang="en-GB" sz="1600" i="1"/>
              <a:t>Postcode Area</a:t>
            </a:r>
            <a:endParaRPr lang="en-GB" sz="1600"/>
          </a:p>
          <a:p>
            <a:endParaRPr lang="en-GB" sz="1600" i="1"/>
          </a:p>
          <a:p>
            <a:endParaRPr lang="en-GB" sz="1600" b="1"/>
          </a:p>
          <a:p>
            <a:endParaRPr lang="en-GB" sz="1800" i="1"/>
          </a:p>
        </p:txBody>
      </p:sp>
      <p:pic>
        <p:nvPicPr>
          <p:cNvPr id="6" name="Picture 5">
            <a:extLst>
              <a:ext uri="{FF2B5EF4-FFF2-40B4-BE49-F238E27FC236}">
                <a16:creationId xmlns:a16="http://schemas.microsoft.com/office/drawing/2014/main" id="{26A815B1-56FD-9946-EAEA-789C3DC22305}"/>
              </a:ext>
            </a:extLst>
          </p:cNvPr>
          <p:cNvPicPr>
            <a:picLocks noChangeAspect="1"/>
          </p:cNvPicPr>
          <p:nvPr/>
        </p:nvPicPr>
        <p:blipFill>
          <a:blip r:embed="rId3"/>
          <a:stretch>
            <a:fillRect/>
          </a:stretch>
        </p:blipFill>
        <p:spPr>
          <a:xfrm>
            <a:off x="5529210" y="106684"/>
            <a:ext cx="3298699" cy="2459169"/>
          </a:xfrm>
          <a:prstGeom prst="rect">
            <a:avLst/>
          </a:prstGeom>
        </p:spPr>
      </p:pic>
      <p:grpSp>
        <p:nvGrpSpPr>
          <p:cNvPr id="11" name="Group 10">
            <a:extLst>
              <a:ext uri="{FF2B5EF4-FFF2-40B4-BE49-F238E27FC236}">
                <a16:creationId xmlns:a16="http://schemas.microsoft.com/office/drawing/2014/main" id="{E78297B2-3293-0725-D29B-E144808E2D3B}"/>
              </a:ext>
            </a:extLst>
          </p:cNvPr>
          <p:cNvGrpSpPr/>
          <p:nvPr/>
        </p:nvGrpSpPr>
        <p:grpSpPr>
          <a:xfrm>
            <a:off x="3022036" y="2898338"/>
            <a:ext cx="5731919" cy="2087480"/>
            <a:chOff x="3571659" y="2861295"/>
            <a:chExt cx="5471489" cy="1855987"/>
          </a:xfrm>
        </p:grpSpPr>
        <p:pic>
          <p:nvPicPr>
            <p:cNvPr id="8" name="Picture 7">
              <a:extLst>
                <a:ext uri="{FF2B5EF4-FFF2-40B4-BE49-F238E27FC236}">
                  <a16:creationId xmlns:a16="http://schemas.microsoft.com/office/drawing/2014/main" id="{BD368AD2-F93D-38A1-3770-62E3E389AC52}"/>
                </a:ext>
              </a:extLst>
            </p:cNvPr>
            <p:cNvPicPr>
              <a:picLocks noChangeAspect="1"/>
            </p:cNvPicPr>
            <p:nvPr/>
          </p:nvPicPr>
          <p:blipFill>
            <a:blip r:embed="rId4"/>
            <a:stretch>
              <a:fillRect/>
            </a:stretch>
          </p:blipFill>
          <p:spPr>
            <a:xfrm>
              <a:off x="3571659" y="2864385"/>
              <a:ext cx="2666373" cy="1852211"/>
            </a:xfrm>
            <a:prstGeom prst="rect">
              <a:avLst/>
            </a:prstGeom>
          </p:spPr>
        </p:pic>
        <p:pic>
          <p:nvPicPr>
            <p:cNvPr id="10" name="Picture 9" descr="A graph of a graph&#10;&#10;AI-generated content may be incorrect.">
              <a:extLst>
                <a:ext uri="{FF2B5EF4-FFF2-40B4-BE49-F238E27FC236}">
                  <a16:creationId xmlns:a16="http://schemas.microsoft.com/office/drawing/2014/main" id="{9BAF66B0-0310-08DB-200B-EA2443EB37CB}"/>
                </a:ext>
              </a:extLst>
            </p:cNvPr>
            <p:cNvPicPr>
              <a:picLocks noChangeAspect="1"/>
            </p:cNvPicPr>
            <p:nvPr/>
          </p:nvPicPr>
          <p:blipFill>
            <a:blip r:embed="rId5"/>
            <a:stretch>
              <a:fillRect/>
            </a:stretch>
          </p:blipFill>
          <p:spPr>
            <a:xfrm>
              <a:off x="6377243" y="2861295"/>
              <a:ext cx="2665905" cy="1855987"/>
            </a:xfrm>
            <a:prstGeom prst="rect">
              <a:avLst/>
            </a:prstGeom>
          </p:spPr>
        </p:pic>
      </p:grpSp>
    </p:spTree>
    <p:extLst>
      <p:ext uri="{BB962C8B-B14F-4D97-AF65-F5344CB8AC3E}">
        <p14:creationId xmlns:p14="http://schemas.microsoft.com/office/powerpoint/2010/main" val="3271645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79">
          <a:extLst>
            <a:ext uri="{FF2B5EF4-FFF2-40B4-BE49-F238E27FC236}">
              <a16:creationId xmlns:a16="http://schemas.microsoft.com/office/drawing/2014/main" id="{6949A18B-88D1-76F6-AA8C-F249EEEB028D}"/>
            </a:ext>
          </a:extLst>
        </p:cNvPr>
        <p:cNvGrpSpPr/>
        <p:nvPr/>
      </p:nvGrpSpPr>
      <p:grpSpPr>
        <a:xfrm>
          <a:off x="0" y="0"/>
          <a:ext cx="0" cy="0"/>
          <a:chOff x="0" y="0"/>
          <a:chExt cx="0" cy="0"/>
        </a:xfrm>
      </p:grpSpPr>
      <p:sp>
        <p:nvSpPr>
          <p:cNvPr id="280" name="Google Shape;280;p27">
            <a:extLst>
              <a:ext uri="{FF2B5EF4-FFF2-40B4-BE49-F238E27FC236}">
                <a16:creationId xmlns:a16="http://schemas.microsoft.com/office/drawing/2014/main" id="{5BE8C624-42B4-996E-0263-6E51DE955AEB}"/>
              </a:ext>
            </a:extLst>
          </p:cNvPr>
          <p:cNvSpPr txBox="1">
            <a:spLocks noGrp="1"/>
          </p:cNvSpPr>
          <p:nvPr>
            <p:ph type="title"/>
          </p:nvPr>
        </p:nvSpPr>
        <p:spPr>
          <a:xfrm>
            <a:off x="1968000" y="2223250"/>
            <a:ext cx="5208000" cy="572700"/>
          </a:xfrm>
          <a:prstGeom prst="rect">
            <a:avLst/>
          </a:prstGeom>
        </p:spPr>
        <p:txBody>
          <a:bodyPr spcFirstLastPara="1" wrap="square" lIns="91425" tIns="91425" rIns="91425" bIns="91425" anchor="t" anchorCtr="0">
            <a:noAutofit/>
          </a:bodyPr>
          <a:lstStyle/>
          <a:p>
            <a:pPr algn="ctr"/>
            <a:r>
              <a:rPr lang="en" sz="4000" b="1">
                <a:solidFill>
                  <a:srgbClr val="222B5E"/>
                </a:solidFill>
              </a:rPr>
              <a:t>Conclusions</a:t>
            </a:r>
          </a:p>
        </p:txBody>
      </p:sp>
      <p:sp>
        <p:nvSpPr>
          <p:cNvPr id="281" name="Google Shape;281;p27">
            <a:extLst>
              <a:ext uri="{FF2B5EF4-FFF2-40B4-BE49-F238E27FC236}">
                <a16:creationId xmlns:a16="http://schemas.microsoft.com/office/drawing/2014/main" id="{91AC3380-7CCD-130E-7568-5E95AF4DA360}"/>
              </a:ext>
            </a:extLst>
          </p:cNvPr>
          <p:cNvSpPr txBox="1"/>
          <p:nvPr/>
        </p:nvSpPr>
        <p:spPr>
          <a:xfrm>
            <a:off x="-90325" y="1108500"/>
            <a:ext cx="41712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0" b="1">
                <a:solidFill>
                  <a:srgbClr val="05255C"/>
                </a:solidFill>
              </a:rPr>
              <a:t>6</a:t>
            </a:r>
            <a:r>
              <a:rPr lang="en" sz="30000" b="1">
                <a:solidFill>
                  <a:srgbClr val="B11212"/>
                </a:solidFill>
              </a:rPr>
              <a:t>.</a:t>
            </a:r>
            <a:endParaRPr sz="30000" b="1">
              <a:solidFill>
                <a:srgbClr val="B11212"/>
              </a:solidFill>
            </a:endParaRPr>
          </a:p>
        </p:txBody>
      </p:sp>
    </p:spTree>
    <p:extLst>
      <p:ext uri="{BB962C8B-B14F-4D97-AF65-F5344CB8AC3E}">
        <p14:creationId xmlns:p14="http://schemas.microsoft.com/office/powerpoint/2010/main" val="1634708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211"/>
        <p:cNvGrpSpPr/>
        <p:nvPr/>
      </p:nvGrpSpPr>
      <p:grpSpPr>
        <a:xfrm>
          <a:off x="0" y="0"/>
          <a:ext cx="0" cy="0"/>
          <a:chOff x="0" y="0"/>
          <a:chExt cx="0" cy="0"/>
        </a:xfrm>
      </p:grpSpPr>
      <p:pic>
        <p:nvPicPr>
          <p:cNvPr id="212" name="Google Shape;212;p22"/>
          <p:cNvPicPr preferRelativeResize="0"/>
          <p:nvPr/>
        </p:nvPicPr>
        <p:blipFill>
          <a:blip r:embed="rId3">
            <a:alphaModFix/>
          </a:blip>
          <a:stretch>
            <a:fillRect/>
          </a:stretch>
        </p:blipFill>
        <p:spPr>
          <a:xfrm>
            <a:off x="240840" y="1442085"/>
            <a:ext cx="3569160" cy="1589240"/>
          </a:xfrm>
          <a:prstGeom prst="rect">
            <a:avLst/>
          </a:prstGeom>
          <a:noFill/>
          <a:ln>
            <a:noFill/>
          </a:ln>
        </p:spPr>
      </p:pic>
      <p:pic>
        <p:nvPicPr>
          <p:cNvPr id="213" name="Google Shape;213;p22"/>
          <p:cNvPicPr preferRelativeResize="0"/>
          <p:nvPr/>
        </p:nvPicPr>
        <p:blipFill>
          <a:blip r:embed="rId3">
            <a:alphaModFix amt="90000"/>
          </a:blip>
          <a:stretch>
            <a:fillRect/>
          </a:stretch>
        </p:blipFill>
        <p:spPr>
          <a:xfrm>
            <a:off x="301800" y="3441500"/>
            <a:ext cx="3370075" cy="1108200"/>
          </a:xfrm>
          <a:prstGeom prst="rect">
            <a:avLst/>
          </a:prstGeom>
          <a:noFill/>
          <a:ln>
            <a:noFill/>
          </a:ln>
        </p:spPr>
      </p:pic>
      <p:pic>
        <p:nvPicPr>
          <p:cNvPr id="215" name="Google Shape;215;p22"/>
          <p:cNvPicPr preferRelativeResize="0"/>
          <p:nvPr/>
        </p:nvPicPr>
        <p:blipFill>
          <a:blip r:embed="rId3">
            <a:alphaModFix amt="90000"/>
          </a:blip>
          <a:stretch>
            <a:fillRect/>
          </a:stretch>
        </p:blipFill>
        <p:spPr>
          <a:xfrm>
            <a:off x="5479745" y="3441193"/>
            <a:ext cx="3362455" cy="876600"/>
          </a:xfrm>
          <a:prstGeom prst="rect">
            <a:avLst/>
          </a:prstGeom>
          <a:noFill/>
          <a:ln>
            <a:noFill/>
          </a:ln>
        </p:spPr>
      </p:pic>
      <p:sp>
        <p:nvSpPr>
          <p:cNvPr id="216" name="Google Shape;216;p22"/>
          <p:cNvSpPr txBox="1"/>
          <p:nvPr/>
        </p:nvSpPr>
        <p:spPr>
          <a:xfrm>
            <a:off x="355140" y="463410"/>
            <a:ext cx="8546760" cy="615523"/>
          </a:xfrm>
          <a:prstGeom prst="rect">
            <a:avLst/>
          </a:prstGeom>
          <a:noFill/>
          <a:ln>
            <a:noFill/>
          </a:ln>
        </p:spPr>
        <p:txBody>
          <a:bodyPr spcFirstLastPara="1" wrap="square" lIns="91425" tIns="91425" rIns="91425" bIns="91425" anchor="t" anchorCtr="0">
            <a:spAutoFit/>
          </a:bodyPr>
          <a:lstStyle/>
          <a:p>
            <a:r>
              <a:rPr lang="en" sz="2800" b="1">
                <a:solidFill>
                  <a:srgbClr val="222B5E"/>
                </a:solidFill>
              </a:rPr>
              <a:t>Conclusions: What does determine days to sell?</a:t>
            </a:r>
          </a:p>
        </p:txBody>
      </p:sp>
      <p:pic>
        <p:nvPicPr>
          <p:cNvPr id="218" name="Google Shape;218;p22"/>
          <p:cNvPicPr preferRelativeResize="0"/>
          <p:nvPr/>
        </p:nvPicPr>
        <p:blipFill>
          <a:blip r:embed="rId4">
            <a:alphaModFix/>
          </a:blip>
          <a:stretch>
            <a:fillRect/>
          </a:stretch>
        </p:blipFill>
        <p:spPr>
          <a:xfrm>
            <a:off x="3495675" y="1495425"/>
            <a:ext cx="2152650" cy="2152650"/>
          </a:xfrm>
          <a:prstGeom prst="rect">
            <a:avLst/>
          </a:prstGeom>
          <a:noFill/>
          <a:ln>
            <a:noFill/>
          </a:ln>
        </p:spPr>
      </p:pic>
      <p:sp>
        <p:nvSpPr>
          <p:cNvPr id="4" name="TextBox 3">
            <a:extLst>
              <a:ext uri="{FF2B5EF4-FFF2-40B4-BE49-F238E27FC236}">
                <a16:creationId xmlns:a16="http://schemas.microsoft.com/office/drawing/2014/main" id="{7E65ECB9-6271-03EB-1B62-E6A8CD260CBB}"/>
              </a:ext>
            </a:extLst>
          </p:cNvPr>
          <p:cNvSpPr txBox="1"/>
          <p:nvPr/>
        </p:nvSpPr>
        <p:spPr>
          <a:xfrm>
            <a:off x="380455" y="3649163"/>
            <a:ext cx="321999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a:solidFill>
                  <a:schemeClr val="tx1"/>
                </a:solidFill>
              </a:rPr>
              <a:t>Linear models are most consistent.</a:t>
            </a:r>
            <a:r>
              <a:rPr lang="en-GB">
                <a:solidFill>
                  <a:schemeClr val="tx1"/>
                </a:solidFill>
              </a:rPr>
              <a:t> Lower average error</a:t>
            </a:r>
            <a:endParaRPr lang="en-US">
              <a:solidFill>
                <a:schemeClr val="tx1"/>
              </a:solidFill>
            </a:endParaRPr>
          </a:p>
          <a:p>
            <a:pPr algn="ctr"/>
            <a:r>
              <a:rPr lang="en-GB">
                <a:solidFill>
                  <a:schemeClr val="tx1"/>
                </a:solidFill>
              </a:rPr>
              <a:t>Higher squared error</a:t>
            </a:r>
            <a:endParaRPr lang="en-US">
              <a:solidFill>
                <a:schemeClr val="tx1"/>
              </a:solidFill>
            </a:endParaRPr>
          </a:p>
        </p:txBody>
      </p:sp>
      <p:sp>
        <p:nvSpPr>
          <p:cNvPr id="5" name="TextBox 4">
            <a:extLst>
              <a:ext uri="{FF2B5EF4-FFF2-40B4-BE49-F238E27FC236}">
                <a16:creationId xmlns:a16="http://schemas.microsoft.com/office/drawing/2014/main" id="{26CD7FBA-3DC5-B712-DD36-1C1C12350DB0}"/>
              </a:ext>
            </a:extLst>
          </p:cNvPr>
          <p:cNvSpPr txBox="1"/>
          <p:nvPr/>
        </p:nvSpPr>
        <p:spPr>
          <a:xfrm>
            <a:off x="5653768" y="3497035"/>
            <a:ext cx="301398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a:solidFill>
                  <a:schemeClr val="tx1"/>
                </a:solidFill>
              </a:rPr>
              <a:t>Selling a car for a lower than average asking price, decreases days to sell.</a:t>
            </a:r>
          </a:p>
        </p:txBody>
      </p:sp>
      <p:grpSp>
        <p:nvGrpSpPr>
          <p:cNvPr id="3" name="Group 2">
            <a:extLst>
              <a:ext uri="{FF2B5EF4-FFF2-40B4-BE49-F238E27FC236}">
                <a16:creationId xmlns:a16="http://schemas.microsoft.com/office/drawing/2014/main" id="{79B278F5-D34B-C547-25BC-09D73B0791C1}"/>
              </a:ext>
            </a:extLst>
          </p:cNvPr>
          <p:cNvGrpSpPr/>
          <p:nvPr/>
        </p:nvGrpSpPr>
        <p:grpSpPr>
          <a:xfrm>
            <a:off x="5479011" y="1759132"/>
            <a:ext cx="3423415" cy="939685"/>
            <a:chOff x="5479011" y="1759132"/>
            <a:chExt cx="3370075" cy="878725"/>
          </a:xfrm>
        </p:grpSpPr>
        <p:pic>
          <p:nvPicPr>
            <p:cNvPr id="214" name="Google Shape;214;p22"/>
            <p:cNvPicPr preferRelativeResize="0"/>
            <p:nvPr/>
          </p:nvPicPr>
          <p:blipFill>
            <a:blip r:embed="rId3">
              <a:alphaModFix amt="90000"/>
            </a:blip>
            <a:stretch>
              <a:fillRect/>
            </a:stretch>
          </p:blipFill>
          <p:spPr>
            <a:xfrm>
              <a:off x="5479011" y="1759132"/>
              <a:ext cx="3370075" cy="878725"/>
            </a:xfrm>
            <a:prstGeom prst="rect">
              <a:avLst/>
            </a:prstGeom>
            <a:noFill/>
            <a:ln>
              <a:noFill/>
            </a:ln>
          </p:spPr>
        </p:pic>
        <p:sp>
          <p:nvSpPr>
            <p:cNvPr id="2" name="TextBox 1">
              <a:extLst>
                <a:ext uri="{FF2B5EF4-FFF2-40B4-BE49-F238E27FC236}">
                  <a16:creationId xmlns:a16="http://schemas.microsoft.com/office/drawing/2014/main" id="{5FEB9459-66A7-60FC-B698-5E501BBC7AD8}"/>
                </a:ext>
              </a:extLst>
            </p:cNvPr>
            <p:cNvSpPr txBox="1"/>
            <p:nvPr/>
          </p:nvSpPr>
          <p:spPr>
            <a:xfrm>
              <a:off x="5688186" y="1824428"/>
              <a:ext cx="290569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b="1" i="1">
                  <a:solidFill>
                    <a:schemeClr val="tx1"/>
                  </a:solidFill>
                </a:rPr>
                <a:t>Postcode Area</a:t>
              </a:r>
              <a:r>
                <a:rPr lang="en-GB">
                  <a:solidFill>
                    <a:schemeClr val="tx1"/>
                  </a:solidFill>
                </a:rPr>
                <a:t> and the </a:t>
              </a:r>
              <a:r>
                <a:rPr lang="en-GB" b="1" i="1">
                  <a:solidFill>
                    <a:schemeClr val="tx1"/>
                  </a:solidFill>
                </a:rPr>
                <a:t>Relative Price Difference</a:t>
              </a:r>
              <a:r>
                <a:rPr lang="en-GB">
                  <a:solidFill>
                    <a:schemeClr val="tx1"/>
                  </a:solidFill>
                </a:rPr>
                <a:t> from First Listing </a:t>
              </a:r>
              <a:r>
                <a:rPr lang="en-GB" b="1">
                  <a:solidFill>
                    <a:schemeClr val="tx1"/>
                  </a:solidFill>
                </a:rPr>
                <a:t>greatly</a:t>
              </a:r>
              <a:r>
                <a:rPr lang="en-GB">
                  <a:solidFill>
                    <a:schemeClr val="tx1"/>
                  </a:solidFill>
                </a:rPr>
                <a:t> impacts the days to sell.</a:t>
              </a:r>
              <a:endParaRPr lang="en-US">
                <a:solidFill>
                  <a:schemeClr val="tx1"/>
                </a:solidFill>
              </a:endParaRPr>
            </a:p>
          </p:txBody>
        </p:sp>
      </p:grpSp>
      <p:sp>
        <p:nvSpPr>
          <p:cNvPr id="6" name="TextBox 5">
            <a:extLst>
              <a:ext uri="{FF2B5EF4-FFF2-40B4-BE49-F238E27FC236}">
                <a16:creationId xmlns:a16="http://schemas.microsoft.com/office/drawing/2014/main" id="{D2732C44-782F-A9AD-5D7F-03DB8A70A065}"/>
              </a:ext>
            </a:extLst>
          </p:cNvPr>
          <p:cNvSpPr txBox="1"/>
          <p:nvPr/>
        </p:nvSpPr>
        <p:spPr>
          <a:xfrm>
            <a:off x="450578" y="1548326"/>
            <a:ext cx="300167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tx1"/>
                </a:solidFill>
              </a:rPr>
              <a:t>The most important features were </a:t>
            </a:r>
            <a:r>
              <a:rPr lang="en-GB" b="1">
                <a:solidFill>
                  <a:schemeClr val="tx1"/>
                </a:solidFill>
              </a:rPr>
              <a:t>external factors</a:t>
            </a:r>
            <a:r>
              <a:rPr lang="en-GB">
                <a:solidFill>
                  <a:schemeClr val="tx1"/>
                </a:solidFill>
              </a:rPr>
              <a:t> (not the actual car itself), the quality of the ad (images, attention grabber),  insurance group, postcode &amp; the price listed.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3F5FF"/>
        </a:solidFill>
        <a:effectLst/>
      </p:bgPr>
    </p:bg>
    <p:spTree>
      <p:nvGrpSpPr>
        <p:cNvPr id="1" name="Shape 128"/>
        <p:cNvGrpSpPr/>
        <p:nvPr/>
      </p:nvGrpSpPr>
      <p:grpSpPr>
        <a:xfrm>
          <a:off x="0" y="0"/>
          <a:ext cx="0" cy="0"/>
          <a:chOff x="0" y="0"/>
          <a:chExt cx="0" cy="0"/>
        </a:xfrm>
      </p:grpSpPr>
      <p:sp>
        <p:nvSpPr>
          <p:cNvPr id="135" name="Google Shape;135;p18"/>
          <p:cNvSpPr txBox="1"/>
          <p:nvPr/>
        </p:nvSpPr>
        <p:spPr>
          <a:xfrm>
            <a:off x="3208950" y="1433050"/>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F3F5FF"/>
                </a:solidFill>
                <a:latin typeface="Barlow"/>
                <a:ea typeface="Barlow"/>
                <a:cs typeface="Barlow"/>
                <a:sym typeface="Barlow"/>
              </a:rPr>
              <a:t>01</a:t>
            </a:r>
            <a:endParaRPr sz="6000">
              <a:solidFill>
                <a:srgbClr val="F3F5FF"/>
              </a:solidFill>
              <a:latin typeface="Barlow"/>
              <a:ea typeface="Barlow"/>
              <a:cs typeface="Barlow"/>
              <a:sym typeface="Barlow"/>
            </a:endParaRPr>
          </a:p>
        </p:txBody>
      </p:sp>
      <p:sp>
        <p:nvSpPr>
          <p:cNvPr id="137" name="Google Shape;137;p18"/>
          <p:cNvSpPr txBox="1"/>
          <p:nvPr/>
        </p:nvSpPr>
        <p:spPr>
          <a:xfrm>
            <a:off x="4900350" y="1433050"/>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F3F5FF"/>
                </a:solidFill>
                <a:latin typeface="Barlow"/>
                <a:ea typeface="Barlow"/>
                <a:cs typeface="Barlow"/>
                <a:sym typeface="Barlow"/>
              </a:rPr>
              <a:t>02</a:t>
            </a:r>
            <a:endParaRPr sz="6000">
              <a:solidFill>
                <a:srgbClr val="F3F5FF"/>
              </a:solidFill>
              <a:latin typeface="Barlow"/>
              <a:ea typeface="Barlow"/>
              <a:cs typeface="Barlow"/>
              <a:sym typeface="Barlow"/>
            </a:endParaRPr>
          </a:p>
        </p:txBody>
      </p:sp>
      <p:grpSp>
        <p:nvGrpSpPr>
          <p:cNvPr id="3" name="Group 2">
            <a:extLst>
              <a:ext uri="{FF2B5EF4-FFF2-40B4-BE49-F238E27FC236}">
                <a16:creationId xmlns:a16="http://schemas.microsoft.com/office/drawing/2014/main" id="{8E0E6F6C-A9CE-AC99-56A1-7B530270F3A2}"/>
              </a:ext>
            </a:extLst>
          </p:cNvPr>
          <p:cNvGrpSpPr/>
          <p:nvPr/>
        </p:nvGrpSpPr>
        <p:grpSpPr>
          <a:xfrm>
            <a:off x="2880600" y="1141450"/>
            <a:ext cx="3382800" cy="3382800"/>
            <a:chOff x="2880600" y="1141450"/>
            <a:chExt cx="3382800" cy="3382800"/>
          </a:xfrm>
        </p:grpSpPr>
        <p:sp>
          <p:nvSpPr>
            <p:cNvPr id="131" name="Google Shape;131;p18"/>
            <p:cNvSpPr/>
            <p:nvPr/>
          </p:nvSpPr>
          <p:spPr>
            <a:xfrm>
              <a:off x="2880600" y="2832850"/>
              <a:ext cx="1691400" cy="1691400"/>
            </a:xfrm>
            <a:prstGeom prst="teardrop">
              <a:avLst>
                <a:gd name="adj" fmla="val 100000"/>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 name="Google Shape;132;p18"/>
            <p:cNvSpPr/>
            <p:nvPr/>
          </p:nvSpPr>
          <p:spPr>
            <a:xfrm rot="5400000">
              <a:off x="2880600" y="1141450"/>
              <a:ext cx="1691400" cy="1691400"/>
            </a:xfrm>
            <a:prstGeom prst="teardrop">
              <a:avLst>
                <a:gd name="adj" fmla="val 100000"/>
              </a:avLst>
            </a:prstGeom>
            <a:solidFill>
              <a:srgbClr val="B1121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 name="Google Shape;133;p18"/>
            <p:cNvSpPr/>
            <p:nvPr/>
          </p:nvSpPr>
          <p:spPr>
            <a:xfrm rot="10800000">
              <a:off x="4572000" y="1141450"/>
              <a:ext cx="1691400" cy="1691400"/>
            </a:xfrm>
            <a:prstGeom prst="teardrop">
              <a:avLst>
                <a:gd name="adj" fmla="val 100000"/>
              </a:avLst>
            </a:prstGeom>
            <a:solidFill>
              <a:srgbClr val="222B5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 name="Google Shape;134;p18"/>
            <p:cNvSpPr/>
            <p:nvPr/>
          </p:nvSpPr>
          <p:spPr>
            <a:xfrm rot="16200000">
              <a:off x="4572000" y="2832850"/>
              <a:ext cx="1691400" cy="1691400"/>
            </a:xfrm>
            <a:prstGeom prst="teardrop">
              <a:avLst>
                <a:gd name="adj" fmla="val 100000"/>
              </a:avLst>
            </a:prstGeom>
            <a:solidFill>
              <a:srgbClr val="B1121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6" name="Google Shape;136;p18"/>
          <p:cNvSpPr txBox="1"/>
          <p:nvPr/>
        </p:nvSpPr>
        <p:spPr>
          <a:xfrm>
            <a:off x="3208950" y="3124450"/>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F3F5FF"/>
                </a:solidFill>
                <a:latin typeface="Barlow"/>
                <a:ea typeface="Barlow"/>
                <a:cs typeface="Barlow"/>
                <a:sym typeface="Barlow"/>
              </a:rPr>
              <a:t>03</a:t>
            </a:r>
            <a:endParaRPr sz="6000">
              <a:solidFill>
                <a:srgbClr val="F3F5FF"/>
              </a:solidFill>
              <a:latin typeface="Barlow"/>
              <a:ea typeface="Barlow"/>
              <a:cs typeface="Barlow"/>
              <a:sym typeface="Barlow"/>
            </a:endParaRPr>
          </a:p>
        </p:txBody>
      </p:sp>
      <p:sp>
        <p:nvSpPr>
          <p:cNvPr id="138" name="Google Shape;138;p18"/>
          <p:cNvSpPr txBox="1"/>
          <p:nvPr/>
        </p:nvSpPr>
        <p:spPr>
          <a:xfrm>
            <a:off x="4787924" y="3124450"/>
            <a:ext cx="1268921"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F3F5FF"/>
                </a:solidFill>
                <a:latin typeface="Barlow"/>
                <a:ea typeface="Barlow"/>
                <a:cs typeface="Barlow"/>
                <a:sym typeface="Barlow"/>
              </a:rPr>
              <a:t>04</a:t>
            </a:r>
            <a:endParaRPr sz="6000">
              <a:solidFill>
                <a:srgbClr val="F3F5FF"/>
              </a:solidFill>
              <a:latin typeface="Barlow"/>
              <a:ea typeface="Barlow"/>
              <a:cs typeface="Barlow"/>
              <a:sym typeface="Barlow"/>
            </a:endParaRPr>
          </a:p>
        </p:txBody>
      </p:sp>
      <p:sp>
        <p:nvSpPr>
          <p:cNvPr id="4" name="Google Shape;216;p22">
            <a:extLst>
              <a:ext uri="{FF2B5EF4-FFF2-40B4-BE49-F238E27FC236}">
                <a16:creationId xmlns:a16="http://schemas.microsoft.com/office/drawing/2014/main" id="{717653CD-E589-0EB0-7199-898C0F1B19D4}"/>
              </a:ext>
            </a:extLst>
          </p:cNvPr>
          <p:cNvSpPr txBox="1"/>
          <p:nvPr/>
        </p:nvSpPr>
        <p:spPr>
          <a:xfrm>
            <a:off x="301800" y="288150"/>
            <a:ext cx="4256700" cy="615523"/>
          </a:xfrm>
          <a:prstGeom prst="rect">
            <a:avLst/>
          </a:prstGeom>
          <a:noFill/>
          <a:ln>
            <a:noFill/>
          </a:ln>
        </p:spPr>
        <p:txBody>
          <a:bodyPr spcFirstLastPara="1" wrap="square" lIns="91425" tIns="91425" rIns="91425" bIns="91425" anchor="t" anchorCtr="0">
            <a:spAutoFit/>
          </a:bodyPr>
          <a:lstStyle/>
          <a:p>
            <a:r>
              <a:rPr lang="en" sz="2800" b="1" i="1">
                <a:solidFill>
                  <a:srgbClr val="222B5E"/>
                </a:solidFill>
              </a:rPr>
              <a:t>Further Research?</a:t>
            </a:r>
          </a:p>
        </p:txBody>
      </p:sp>
      <p:sp>
        <p:nvSpPr>
          <p:cNvPr id="2" name="Google Shape;136;p18">
            <a:extLst>
              <a:ext uri="{FF2B5EF4-FFF2-40B4-BE49-F238E27FC236}">
                <a16:creationId xmlns:a16="http://schemas.microsoft.com/office/drawing/2014/main" id="{F532420D-DBB6-E6CE-C0F9-25CD255ABF26}"/>
              </a:ext>
            </a:extLst>
          </p:cNvPr>
          <p:cNvSpPr txBox="1"/>
          <p:nvPr/>
        </p:nvSpPr>
        <p:spPr>
          <a:xfrm>
            <a:off x="3208949" y="1431652"/>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F3F5FF"/>
                </a:solidFill>
                <a:latin typeface="Barlow"/>
                <a:ea typeface="Barlow"/>
                <a:cs typeface="Barlow"/>
                <a:sym typeface="Barlow"/>
              </a:rPr>
              <a:t>01</a:t>
            </a:r>
            <a:endParaRPr sz="6000">
              <a:solidFill>
                <a:srgbClr val="F3F5FF"/>
              </a:solidFill>
              <a:latin typeface="Barlow"/>
              <a:ea typeface="Barlow"/>
              <a:cs typeface="Barlow"/>
              <a:sym typeface="Barlow"/>
            </a:endParaRPr>
          </a:p>
        </p:txBody>
      </p:sp>
      <p:sp>
        <p:nvSpPr>
          <p:cNvPr id="6" name="Google Shape;136;p18">
            <a:extLst>
              <a:ext uri="{FF2B5EF4-FFF2-40B4-BE49-F238E27FC236}">
                <a16:creationId xmlns:a16="http://schemas.microsoft.com/office/drawing/2014/main" id="{A687E5D9-9B96-B644-9CAE-2E7E52C4FC66}"/>
              </a:ext>
            </a:extLst>
          </p:cNvPr>
          <p:cNvSpPr txBox="1"/>
          <p:nvPr/>
        </p:nvSpPr>
        <p:spPr>
          <a:xfrm>
            <a:off x="4901746" y="1467822"/>
            <a:ext cx="10347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a:solidFill>
                  <a:srgbClr val="F3F5FF"/>
                </a:solidFill>
                <a:latin typeface="Barlow"/>
                <a:ea typeface="Barlow"/>
                <a:cs typeface="Barlow"/>
                <a:sym typeface="Barlow"/>
              </a:rPr>
              <a:t>02</a:t>
            </a:r>
            <a:endParaRPr sz="6000">
              <a:solidFill>
                <a:srgbClr val="F3F5FF"/>
              </a:solidFill>
              <a:latin typeface="Barlow"/>
              <a:ea typeface="Barlow"/>
              <a:cs typeface="Barlow"/>
              <a:sym typeface="Barlow"/>
            </a:endParaRPr>
          </a:p>
        </p:txBody>
      </p:sp>
      <p:sp>
        <p:nvSpPr>
          <p:cNvPr id="7" name="TextBox 6">
            <a:extLst>
              <a:ext uri="{FF2B5EF4-FFF2-40B4-BE49-F238E27FC236}">
                <a16:creationId xmlns:a16="http://schemas.microsoft.com/office/drawing/2014/main" id="{90DA851F-1135-A274-B0D4-AD61EC1F50B6}"/>
              </a:ext>
            </a:extLst>
          </p:cNvPr>
          <p:cNvSpPr txBox="1"/>
          <p:nvPr/>
        </p:nvSpPr>
        <p:spPr>
          <a:xfrm>
            <a:off x="404727" y="1467092"/>
            <a:ext cx="24187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b="1"/>
              <a:t>Expand</a:t>
            </a:r>
            <a:r>
              <a:rPr lang="en-GB" sz="1800"/>
              <a:t> electric &amp; hybrid car data to make better models.</a:t>
            </a:r>
          </a:p>
        </p:txBody>
      </p:sp>
      <p:sp>
        <p:nvSpPr>
          <p:cNvPr id="8" name="TextBox 7">
            <a:extLst>
              <a:ext uri="{FF2B5EF4-FFF2-40B4-BE49-F238E27FC236}">
                <a16:creationId xmlns:a16="http://schemas.microsoft.com/office/drawing/2014/main" id="{2A6F5269-B1C0-9266-0A9E-6E3B2C9A3078}"/>
              </a:ext>
            </a:extLst>
          </p:cNvPr>
          <p:cNvSpPr txBox="1"/>
          <p:nvPr/>
        </p:nvSpPr>
        <p:spPr>
          <a:xfrm>
            <a:off x="6363085" y="1463136"/>
            <a:ext cx="27839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a:t>Investigating </a:t>
            </a:r>
            <a:r>
              <a:rPr lang="en-GB" sz="1800" b="1"/>
              <a:t>new</a:t>
            </a:r>
            <a:r>
              <a:rPr lang="en-GB" sz="1800"/>
              <a:t> vs </a:t>
            </a:r>
            <a:r>
              <a:rPr lang="en-GB" sz="1800" b="1"/>
              <a:t>used</a:t>
            </a:r>
            <a:r>
              <a:rPr lang="en-GB" sz="1800"/>
              <a:t> cars &amp; how their </a:t>
            </a:r>
            <a:r>
              <a:rPr lang="en-GB" sz="1800" err="1"/>
              <a:t>days_to_sells</a:t>
            </a:r>
            <a:r>
              <a:rPr lang="en-GB" sz="1800"/>
              <a:t> differ.</a:t>
            </a:r>
          </a:p>
        </p:txBody>
      </p:sp>
      <p:sp>
        <p:nvSpPr>
          <p:cNvPr id="10" name="TextBox 9">
            <a:extLst>
              <a:ext uri="{FF2B5EF4-FFF2-40B4-BE49-F238E27FC236}">
                <a16:creationId xmlns:a16="http://schemas.microsoft.com/office/drawing/2014/main" id="{57786E75-1439-79BF-988B-9FE9C6ABF847}"/>
              </a:ext>
            </a:extLst>
          </p:cNvPr>
          <p:cNvSpPr txBox="1"/>
          <p:nvPr/>
        </p:nvSpPr>
        <p:spPr>
          <a:xfrm>
            <a:off x="645913" y="3124558"/>
            <a:ext cx="217934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Expand </a:t>
            </a:r>
            <a:r>
              <a:rPr lang="en-GB"/>
              <a:t>the dataset beyond October 2024 and add new features to analyse yearly trends in days-to-sell predictions.</a:t>
            </a:r>
            <a:endParaRPr lang="en-US"/>
          </a:p>
        </p:txBody>
      </p:sp>
      <p:sp>
        <p:nvSpPr>
          <p:cNvPr id="5" name="TextBox 4">
            <a:extLst>
              <a:ext uri="{FF2B5EF4-FFF2-40B4-BE49-F238E27FC236}">
                <a16:creationId xmlns:a16="http://schemas.microsoft.com/office/drawing/2014/main" id="{A18E0212-BCBC-5E3A-3866-D7B159817C64}"/>
              </a:ext>
            </a:extLst>
          </p:cNvPr>
          <p:cNvSpPr txBox="1"/>
          <p:nvPr/>
        </p:nvSpPr>
        <p:spPr>
          <a:xfrm>
            <a:off x="6365594" y="3038355"/>
            <a:ext cx="251122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Investigating </a:t>
            </a:r>
            <a:r>
              <a:rPr lang="en-GB" err="1"/>
              <a:t>days_to_sell</a:t>
            </a:r>
            <a:r>
              <a:rPr lang="en-GB"/>
              <a:t> for </a:t>
            </a:r>
            <a:r>
              <a:rPr lang="en-GB" b="1"/>
              <a:t>Sports &amp; Luxury</a:t>
            </a:r>
            <a:r>
              <a:rPr lang="en-GB"/>
              <a:t> cars. Features that were dropped and  performed poorly like </a:t>
            </a:r>
            <a:r>
              <a:rPr lang="en-GB" err="1"/>
              <a:t>zero_to_sizty_mph</a:t>
            </a:r>
            <a:r>
              <a:rPr lang="en-GB"/>
              <a:t>, </a:t>
            </a:r>
            <a:r>
              <a:rPr lang="en-GB" err="1"/>
              <a:t>top_speed</a:t>
            </a:r>
            <a:r>
              <a:rPr lang="en-GB"/>
              <a:t> may be more important.</a:t>
            </a:r>
          </a:p>
        </p:txBody>
      </p:sp>
    </p:spTree>
  </p:cSld>
  <p:clrMapOvr>
    <a:masterClrMapping/>
  </p:clrMapOvr>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38</Slides>
  <Notes>34</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DylanVTI</vt:lpstr>
      <vt:lpstr>PowerPoint Presentation</vt:lpstr>
      <vt:lpstr>PowerPoint Presentation</vt:lpstr>
      <vt:lpstr>PowerPoint Presentation</vt:lpstr>
      <vt:lpstr>Exploratory Data Analysis </vt:lpstr>
      <vt:lpstr>All Features</vt:lpstr>
      <vt:lpstr>Top 5 Fastest Selling individual cars 🚗😀</vt:lpstr>
      <vt:lpstr>Top 5 Worst Selling individual cars ☹️🚗 </vt:lpstr>
      <vt:lpstr>Top 5 Fastest Selling Brands (make)</vt:lpstr>
      <vt:lpstr>Top 5 Slowest Selling brands (make) </vt:lpstr>
      <vt:lpstr>PowerPoint Presentation</vt:lpstr>
      <vt:lpstr>PowerPoint Presentation</vt:lpstr>
      <vt:lpstr>Data Preprocessing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Fitting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Tuning</vt:lpstr>
      <vt:lpstr>PowerPoint Presentation</vt:lpstr>
      <vt:lpstr>PowerPoint Presentation</vt:lpstr>
      <vt:lpstr>PowerPoint Presentation</vt:lpstr>
      <vt:lpstr>PowerPoint Presentation</vt:lpstr>
      <vt:lpstr>PowerPoint Presentation</vt:lpstr>
      <vt:lpstr>PowerPoint Presentation</vt:lpstr>
      <vt:lpstr>Conclusions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2026-01-30T18:12:52Z</dcterms:modified>
</cp:coreProperties>
</file>